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2" r:id="rId15"/>
    <p:sldId id="280" r:id="rId16"/>
    <p:sldId id="281" r:id="rId17"/>
    <p:sldId id="282" r:id="rId18"/>
    <p:sldId id="283" r:id="rId19"/>
    <p:sldId id="284" r:id="rId20"/>
    <p:sldId id="264" r:id="rId21"/>
    <p:sldId id="285" r:id="rId22"/>
    <p:sldId id="286" r:id="rId23"/>
    <p:sldId id="288" r:id="rId24"/>
    <p:sldId id="287" r:id="rId25"/>
    <p:sldId id="289" r:id="rId26"/>
    <p:sldId id="290" r:id="rId27"/>
    <p:sldId id="291" r:id="rId28"/>
    <p:sldId id="292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5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bbdc6e4f64eefcd" providerId="LiveId" clId="{2FD015A4-D8E8-4F17-B518-98EE5116946D}"/>
    <pc:docChg chg="undo custSel addSld delSld modSld sldOrd">
      <pc:chgData name="" userId="9bbdc6e4f64eefcd" providerId="LiveId" clId="{2FD015A4-D8E8-4F17-B518-98EE5116946D}" dt="2026-07-10T15:37:23.407" v="833" actId="1076"/>
      <pc:docMkLst>
        <pc:docMk/>
      </pc:docMkLst>
      <pc:sldChg chg="addSp del ord">
        <pc:chgData name="" userId="9bbdc6e4f64eefcd" providerId="LiveId" clId="{2FD015A4-D8E8-4F17-B518-98EE5116946D}" dt="2026-07-10T06:44:04.128" v="629" actId="2696"/>
        <pc:sldMkLst>
          <pc:docMk/>
          <pc:sldMk cId="381115607" sldId="263"/>
        </pc:sldMkLst>
        <pc:picChg chg="add">
          <ac:chgData name="" userId="9bbdc6e4f64eefcd" providerId="LiveId" clId="{2FD015A4-D8E8-4F17-B518-98EE5116946D}" dt="2026-07-09T17:46:29.011" v="111"/>
          <ac:picMkLst>
            <pc:docMk/>
            <pc:sldMk cId="381115607" sldId="263"/>
            <ac:picMk id="2" creationId="{2F350411-667E-4CC3-ACDE-30E8ECB7731A}"/>
          </ac:picMkLst>
        </pc:picChg>
      </pc:sldChg>
      <pc:sldChg chg="addSp modSp modTransition">
        <pc:chgData name="" userId="9bbdc6e4f64eefcd" providerId="LiveId" clId="{2FD015A4-D8E8-4F17-B518-98EE5116946D}" dt="2026-07-10T06:44:31.330" v="634"/>
        <pc:sldMkLst>
          <pc:docMk/>
          <pc:sldMk cId="3313714813" sldId="264"/>
        </pc:sldMkLst>
        <pc:spChg chg="add">
          <ac:chgData name="" userId="9bbdc6e4f64eefcd" providerId="LiveId" clId="{2FD015A4-D8E8-4F17-B518-98EE5116946D}" dt="2026-07-09T17:46:46.263" v="113"/>
          <ac:spMkLst>
            <pc:docMk/>
            <pc:sldMk cId="3313714813" sldId="264"/>
            <ac:spMk id="2" creationId="{FCC7B385-A649-476A-BD72-074C84CB5331}"/>
          </ac:spMkLst>
        </pc:spChg>
        <pc:spChg chg="add mod">
          <ac:chgData name="" userId="9bbdc6e4f64eefcd" providerId="LiveId" clId="{2FD015A4-D8E8-4F17-B518-98EE5116946D}" dt="2026-07-09T17:48:37.656" v="196" actId="20577"/>
          <ac:spMkLst>
            <pc:docMk/>
            <pc:sldMk cId="3313714813" sldId="264"/>
            <ac:spMk id="4" creationId="{28E0A77B-54F9-4C75-8080-9B07812105BA}"/>
          </ac:spMkLst>
        </pc:spChg>
        <pc:picChg chg="add mod">
          <ac:chgData name="" userId="9bbdc6e4f64eefcd" providerId="LiveId" clId="{2FD015A4-D8E8-4F17-B518-98EE5116946D}" dt="2026-07-09T17:47:18.272" v="117" actId="14100"/>
          <ac:picMkLst>
            <pc:docMk/>
            <pc:sldMk cId="3313714813" sldId="264"/>
            <ac:picMk id="3" creationId="{542F8F56-F732-4694-8726-3299D1FAB680}"/>
          </ac:picMkLst>
        </pc:picChg>
        <pc:picChg chg="add mod">
          <ac:chgData name="" userId="9bbdc6e4f64eefcd" providerId="LiveId" clId="{2FD015A4-D8E8-4F17-B518-98EE5116946D}" dt="2026-07-09T17:49:33.231" v="203" actId="1076"/>
          <ac:picMkLst>
            <pc:docMk/>
            <pc:sldMk cId="3313714813" sldId="264"/>
            <ac:picMk id="5" creationId="{2F42AA28-5450-43E8-B6B1-A7D269C8B476}"/>
          </ac:picMkLst>
        </pc:picChg>
      </pc:sldChg>
      <pc:sldChg chg="del ord">
        <pc:chgData name="" userId="9bbdc6e4f64eefcd" providerId="LiveId" clId="{2FD015A4-D8E8-4F17-B518-98EE5116946D}" dt="2026-07-10T06:44:04.114" v="628" actId="2696"/>
        <pc:sldMkLst>
          <pc:docMk/>
          <pc:sldMk cId="3395000603" sldId="265"/>
        </pc:sldMkLst>
      </pc:sldChg>
      <pc:sldChg chg="del">
        <pc:chgData name="" userId="9bbdc6e4f64eefcd" providerId="LiveId" clId="{2FD015A4-D8E8-4F17-B518-98EE5116946D}" dt="2026-07-10T06:44:04.143" v="630" actId="2696"/>
        <pc:sldMkLst>
          <pc:docMk/>
          <pc:sldMk cId="2756762354" sldId="266"/>
        </pc:sldMkLst>
      </pc:sldChg>
      <pc:sldChg chg="del">
        <pc:chgData name="" userId="9bbdc6e4f64eefcd" providerId="LiveId" clId="{2FD015A4-D8E8-4F17-B518-98EE5116946D}" dt="2026-07-10T06:44:04.154" v="631" actId="2696"/>
        <pc:sldMkLst>
          <pc:docMk/>
          <pc:sldMk cId="3712322244" sldId="267"/>
        </pc:sldMkLst>
      </pc:sldChg>
      <pc:sldChg chg="addSp modSp">
        <pc:chgData name="" userId="9bbdc6e4f64eefcd" providerId="LiveId" clId="{2FD015A4-D8E8-4F17-B518-98EE5116946D}" dt="2026-07-10T07:01:48.592" v="805" actId="207"/>
        <pc:sldMkLst>
          <pc:docMk/>
          <pc:sldMk cId="2863439826" sldId="268"/>
        </pc:sldMkLst>
        <pc:spChg chg="add mod">
          <ac:chgData name="" userId="9bbdc6e4f64eefcd" providerId="LiveId" clId="{2FD015A4-D8E8-4F17-B518-98EE5116946D}" dt="2026-07-10T07:01:48.592" v="805" actId="207"/>
          <ac:spMkLst>
            <pc:docMk/>
            <pc:sldMk cId="2863439826" sldId="268"/>
            <ac:spMk id="2" creationId="{AACF8DEC-E046-4DB3-9CC3-337C0B290B9E}"/>
          </ac:spMkLst>
        </pc:spChg>
      </pc:sldChg>
      <pc:sldChg chg="del">
        <pc:chgData name="" userId="9bbdc6e4f64eefcd" providerId="LiveId" clId="{2FD015A4-D8E8-4F17-B518-98EE5116946D}" dt="2026-07-10T07:03:08.725" v="806" actId="2696"/>
        <pc:sldMkLst>
          <pc:docMk/>
          <pc:sldMk cId="1665073494" sldId="269"/>
        </pc:sldMkLst>
      </pc:sldChg>
      <pc:sldChg chg="modSp add ord">
        <pc:chgData name="" userId="9bbdc6e4f64eefcd" providerId="LiveId" clId="{2FD015A4-D8E8-4F17-B518-98EE5116946D}" dt="2026-07-09T17:35:17.162" v="110" actId="20577"/>
        <pc:sldMkLst>
          <pc:docMk/>
          <pc:sldMk cId="3120513527" sldId="284"/>
        </pc:sldMkLst>
        <pc:spChg chg="mod">
          <ac:chgData name="" userId="9bbdc6e4f64eefcd" providerId="LiveId" clId="{2FD015A4-D8E8-4F17-B518-98EE5116946D}" dt="2026-07-09T17:33:08.003" v="24" actId="20577"/>
          <ac:spMkLst>
            <pc:docMk/>
            <pc:sldMk cId="3120513527" sldId="284"/>
            <ac:spMk id="6" creationId="{50854798-E483-4550-916B-893235247AB4}"/>
          </ac:spMkLst>
        </pc:spChg>
        <pc:spChg chg="mod">
          <ac:chgData name="" userId="9bbdc6e4f64eefcd" providerId="LiveId" clId="{2FD015A4-D8E8-4F17-B518-98EE5116946D}" dt="2026-07-09T17:35:17.162" v="110" actId="20577"/>
          <ac:spMkLst>
            <pc:docMk/>
            <pc:sldMk cId="3120513527" sldId="284"/>
            <ac:spMk id="7" creationId="{E9E17409-AE82-4662-B1FD-FB770AE0931C}"/>
          </ac:spMkLst>
        </pc:spChg>
      </pc:sldChg>
      <pc:sldChg chg="addSp modSp add modTransition">
        <pc:chgData name="" userId="9bbdc6e4f64eefcd" providerId="LiveId" clId="{2FD015A4-D8E8-4F17-B518-98EE5116946D}" dt="2026-07-10T06:44:31.330" v="634"/>
        <pc:sldMkLst>
          <pc:docMk/>
          <pc:sldMk cId="109054825" sldId="285"/>
        </pc:sldMkLst>
        <pc:picChg chg="mod">
          <ac:chgData name="" userId="9bbdc6e4f64eefcd" providerId="LiveId" clId="{2FD015A4-D8E8-4F17-B518-98EE5116946D}" dt="2026-07-09T17:49:15.137" v="198" actId="1076"/>
          <ac:picMkLst>
            <pc:docMk/>
            <pc:sldMk cId="109054825" sldId="285"/>
            <ac:picMk id="3" creationId="{542F8F56-F732-4694-8726-3299D1FAB680}"/>
          </ac:picMkLst>
        </pc:picChg>
        <pc:picChg chg="add mod">
          <ac:chgData name="" userId="9bbdc6e4f64eefcd" providerId="LiveId" clId="{2FD015A4-D8E8-4F17-B518-98EE5116946D}" dt="2026-07-09T17:49:20.942" v="201" actId="1076"/>
          <ac:picMkLst>
            <pc:docMk/>
            <pc:sldMk cId="109054825" sldId="285"/>
            <ac:picMk id="5" creationId="{FC9D5BB7-5619-41A3-B001-65AE5BA71E27}"/>
          </ac:picMkLst>
        </pc:picChg>
      </pc:sldChg>
      <pc:sldChg chg="addSp delSp modSp add modTransition">
        <pc:chgData name="" userId="9bbdc6e4f64eefcd" providerId="LiveId" clId="{2FD015A4-D8E8-4F17-B518-98EE5116946D}" dt="2026-07-10T06:44:31.330" v="634"/>
        <pc:sldMkLst>
          <pc:docMk/>
          <pc:sldMk cId="1081942774" sldId="286"/>
        </pc:sldMkLst>
        <pc:spChg chg="del">
          <ac:chgData name="" userId="9bbdc6e4f64eefcd" providerId="LiveId" clId="{2FD015A4-D8E8-4F17-B518-98EE5116946D}" dt="2026-07-09T17:51:22.676" v="208" actId="478"/>
          <ac:spMkLst>
            <pc:docMk/>
            <pc:sldMk cId="1081942774" sldId="286"/>
            <ac:spMk id="4" creationId="{28E0A77B-54F9-4C75-8080-9B07812105BA}"/>
          </ac:spMkLst>
        </pc:spChg>
        <pc:spChg chg="add mod">
          <ac:chgData name="" userId="9bbdc6e4f64eefcd" providerId="LiveId" clId="{2FD015A4-D8E8-4F17-B518-98EE5116946D}" dt="2026-07-09T17:52:10.947" v="247" actId="207"/>
          <ac:spMkLst>
            <pc:docMk/>
            <pc:sldMk cId="1081942774" sldId="286"/>
            <ac:spMk id="6" creationId="{58499342-DA83-4BF9-AF23-5741FDF5D4A5}"/>
          </ac:spMkLst>
        </pc:spChg>
        <pc:spChg chg="add mod">
          <ac:chgData name="" userId="9bbdc6e4f64eefcd" providerId="LiveId" clId="{2FD015A4-D8E8-4F17-B518-98EE5116946D}" dt="2026-07-09T17:58:52.254" v="346" actId="255"/>
          <ac:spMkLst>
            <pc:docMk/>
            <pc:sldMk cId="1081942774" sldId="286"/>
            <ac:spMk id="7" creationId="{4A8B94BD-6B07-4297-ACF2-D48040C34229}"/>
          </ac:spMkLst>
        </pc:spChg>
        <pc:picChg chg="del">
          <ac:chgData name="" userId="9bbdc6e4f64eefcd" providerId="LiveId" clId="{2FD015A4-D8E8-4F17-B518-98EE5116946D}" dt="2026-07-09T17:51:17.947" v="206" actId="478"/>
          <ac:picMkLst>
            <pc:docMk/>
            <pc:sldMk cId="1081942774" sldId="286"/>
            <ac:picMk id="3" creationId="{542F8F56-F732-4694-8726-3299D1FAB680}"/>
          </ac:picMkLst>
        </pc:picChg>
        <pc:picChg chg="del">
          <ac:chgData name="" userId="9bbdc6e4f64eefcd" providerId="LiveId" clId="{2FD015A4-D8E8-4F17-B518-98EE5116946D}" dt="2026-07-09T17:51:19.905" v="207" actId="478"/>
          <ac:picMkLst>
            <pc:docMk/>
            <pc:sldMk cId="1081942774" sldId="286"/>
            <ac:picMk id="5" creationId="{FC9D5BB7-5619-41A3-B001-65AE5BA71E27}"/>
          </ac:picMkLst>
        </pc:picChg>
        <pc:picChg chg="add mod">
          <ac:chgData name="" userId="9bbdc6e4f64eefcd" providerId="LiveId" clId="{2FD015A4-D8E8-4F17-B518-98EE5116946D}" dt="2026-07-09T18:08:25.278" v="366" actId="1076"/>
          <ac:picMkLst>
            <pc:docMk/>
            <pc:sldMk cId="1081942774" sldId="286"/>
            <ac:picMk id="8" creationId="{96469000-B774-417D-B93E-4A54A522FDA5}"/>
          </ac:picMkLst>
        </pc:picChg>
        <pc:picChg chg="add mod">
          <ac:chgData name="" userId="9bbdc6e4f64eefcd" providerId="LiveId" clId="{2FD015A4-D8E8-4F17-B518-98EE5116946D}" dt="2026-07-09T18:03:03.463" v="355" actId="1076"/>
          <ac:picMkLst>
            <pc:docMk/>
            <pc:sldMk cId="1081942774" sldId="286"/>
            <ac:picMk id="9" creationId="{7E7E922A-5782-4357-824F-8269D8744EDA}"/>
          </ac:picMkLst>
        </pc:picChg>
        <pc:picChg chg="add mod">
          <ac:chgData name="" userId="9bbdc6e4f64eefcd" providerId="LiveId" clId="{2FD015A4-D8E8-4F17-B518-98EE5116946D}" dt="2026-07-09T18:07:42.470" v="359" actId="1076"/>
          <ac:picMkLst>
            <pc:docMk/>
            <pc:sldMk cId="1081942774" sldId="286"/>
            <ac:picMk id="10" creationId="{85E754F5-D316-4A00-BB0A-EC0155BB683D}"/>
          </ac:picMkLst>
        </pc:picChg>
      </pc:sldChg>
      <pc:sldChg chg="addSp delSp modSp add modTransition">
        <pc:chgData name="" userId="9bbdc6e4f64eefcd" providerId="LiveId" clId="{2FD015A4-D8E8-4F17-B518-98EE5116946D}" dt="2026-07-10T06:44:31.330" v="634"/>
        <pc:sldMkLst>
          <pc:docMk/>
          <pc:sldMk cId="717449261" sldId="287"/>
        </pc:sldMkLst>
        <pc:spChg chg="add mod">
          <ac:chgData name="" userId="9bbdc6e4f64eefcd" providerId="LiveId" clId="{2FD015A4-D8E8-4F17-B518-98EE5116946D}" dt="2026-07-09T18:22:33.960" v="536" actId="20577"/>
          <ac:spMkLst>
            <pc:docMk/>
            <pc:sldMk cId="717449261" sldId="287"/>
            <ac:spMk id="4" creationId="{5536D737-83A0-41D3-A98C-D9E8E8B0F246}"/>
          </ac:spMkLst>
        </pc:spChg>
        <pc:spChg chg="del">
          <ac:chgData name="" userId="9bbdc6e4f64eefcd" providerId="LiveId" clId="{2FD015A4-D8E8-4F17-B518-98EE5116946D}" dt="2026-07-09T18:08:44.423" v="369" actId="478"/>
          <ac:spMkLst>
            <pc:docMk/>
            <pc:sldMk cId="717449261" sldId="287"/>
            <ac:spMk id="7" creationId="{4A8B94BD-6B07-4297-ACF2-D48040C34229}"/>
          </ac:spMkLst>
        </pc:spChg>
        <pc:graphicFrameChg chg="add mod modGraphic">
          <ac:chgData name="" userId="9bbdc6e4f64eefcd" providerId="LiveId" clId="{2FD015A4-D8E8-4F17-B518-98EE5116946D}" dt="2026-07-09T18:22:03.507" v="498" actId="20577"/>
          <ac:graphicFrameMkLst>
            <pc:docMk/>
            <pc:sldMk cId="717449261" sldId="287"/>
            <ac:graphicFrameMk id="3" creationId="{AC09CF41-49FF-4F2F-95F9-447D9EBC8233}"/>
          </ac:graphicFrameMkLst>
        </pc:graphicFrameChg>
        <pc:picChg chg="mod">
          <ac:chgData name="" userId="9bbdc6e4f64eefcd" providerId="LiveId" clId="{2FD015A4-D8E8-4F17-B518-98EE5116946D}" dt="2026-07-09T18:02:44.600" v="351" actId="1076"/>
          <ac:picMkLst>
            <pc:docMk/>
            <pc:sldMk cId="717449261" sldId="287"/>
            <ac:picMk id="8" creationId="{96469000-B774-417D-B93E-4A54A522FDA5}"/>
          </ac:picMkLst>
        </pc:picChg>
        <pc:picChg chg="add mod">
          <ac:chgData name="" userId="9bbdc6e4f64eefcd" providerId="LiveId" clId="{2FD015A4-D8E8-4F17-B518-98EE5116946D}" dt="2026-07-09T18:02:54.023" v="353" actId="1076"/>
          <ac:picMkLst>
            <pc:docMk/>
            <pc:sldMk cId="717449261" sldId="287"/>
            <ac:picMk id="9" creationId="{F32B5F07-1280-43AA-9D70-3D7B101FEE07}"/>
          </ac:picMkLst>
        </pc:picChg>
        <pc:picChg chg="add mod">
          <ac:chgData name="" userId="9bbdc6e4f64eefcd" providerId="LiveId" clId="{2FD015A4-D8E8-4F17-B518-98EE5116946D}" dt="2026-07-09T18:08:51.311" v="371" actId="14100"/>
          <ac:picMkLst>
            <pc:docMk/>
            <pc:sldMk cId="717449261" sldId="287"/>
            <ac:picMk id="10" creationId="{9E1EDF44-40A4-4302-96AF-9F8D7FF7EB71}"/>
          </ac:picMkLst>
        </pc:picChg>
      </pc:sldChg>
      <pc:sldChg chg="addSp delSp modSp add modTransition">
        <pc:chgData name="" userId="9bbdc6e4f64eefcd" providerId="LiveId" clId="{2FD015A4-D8E8-4F17-B518-98EE5116946D}" dt="2026-07-10T06:44:31.330" v="634"/>
        <pc:sldMkLst>
          <pc:docMk/>
          <pc:sldMk cId="1381490979" sldId="288"/>
        </pc:sldMkLst>
        <pc:spChg chg="mod">
          <ac:chgData name="" userId="9bbdc6e4f64eefcd" providerId="LiveId" clId="{2FD015A4-D8E8-4F17-B518-98EE5116946D}" dt="2026-07-09T18:03:38.881" v="357" actId="1076"/>
          <ac:spMkLst>
            <pc:docMk/>
            <pc:sldMk cId="1381490979" sldId="288"/>
            <ac:spMk id="7" creationId="{4A8B94BD-6B07-4297-ACF2-D48040C34229}"/>
          </ac:spMkLst>
        </pc:spChg>
        <pc:picChg chg="del">
          <ac:chgData name="" userId="9bbdc6e4f64eefcd" providerId="LiveId" clId="{2FD015A4-D8E8-4F17-B518-98EE5116946D}" dt="2026-07-09T18:08:30.006" v="367" actId="478"/>
          <ac:picMkLst>
            <pc:docMk/>
            <pc:sldMk cId="1381490979" sldId="288"/>
            <ac:picMk id="8" creationId="{96469000-B774-417D-B93E-4A54A522FDA5}"/>
          </ac:picMkLst>
        </pc:picChg>
        <pc:picChg chg="add mod">
          <ac:chgData name="" userId="9bbdc6e4f64eefcd" providerId="LiveId" clId="{2FD015A4-D8E8-4F17-B518-98EE5116946D}" dt="2026-07-09T18:08:01.422" v="363" actId="1076"/>
          <ac:picMkLst>
            <pc:docMk/>
            <pc:sldMk cId="1381490979" sldId="288"/>
            <ac:picMk id="10" creationId="{C42FD31B-B38F-4972-BA4A-7E21305D235C}"/>
          </ac:picMkLst>
        </pc:picChg>
        <pc:picChg chg="add">
          <ac:chgData name="" userId="9bbdc6e4f64eefcd" providerId="LiveId" clId="{2FD015A4-D8E8-4F17-B518-98EE5116946D}" dt="2026-07-09T18:08:30.723" v="368"/>
          <ac:picMkLst>
            <pc:docMk/>
            <pc:sldMk cId="1381490979" sldId="288"/>
            <ac:picMk id="11" creationId="{8673CAD7-9758-494C-88D0-A0998E5D9D52}"/>
          </ac:picMkLst>
        </pc:picChg>
      </pc:sldChg>
      <pc:sldChg chg="add del">
        <pc:chgData name="" userId="9bbdc6e4f64eefcd" providerId="LiveId" clId="{2FD015A4-D8E8-4F17-B518-98EE5116946D}" dt="2026-07-09T18:07:49.781" v="361"/>
        <pc:sldMkLst>
          <pc:docMk/>
          <pc:sldMk cId="344218210" sldId="289"/>
        </pc:sldMkLst>
      </pc:sldChg>
      <pc:sldChg chg="addSp delSp modSp add modTransition">
        <pc:chgData name="" userId="9bbdc6e4f64eefcd" providerId="LiveId" clId="{2FD015A4-D8E8-4F17-B518-98EE5116946D}" dt="2026-07-10T15:36:15.794" v="830" actId="20577"/>
        <pc:sldMkLst>
          <pc:docMk/>
          <pc:sldMk cId="2064131038" sldId="289"/>
        </pc:sldMkLst>
        <pc:spChg chg="mod">
          <ac:chgData name="" userId="9bbdc6e4f64eefcd" providerId="LiveId" clId="{2FD015A4-D8E8-4F17-B518-98EE5116946D}" dt="2026-07-10T06:33:27.927" v="562" actId="14100"/>
          <ac:spMkLst>
            <pc:docMk/>
            <pc:sldMk cId="2064131038" sldId="289"/>
            <ac:spMk id="2" creationId="{FCC7B385-A649-476A-BD72-074C84CB5331}"/>
          </ac:spMkLst>
        </pc:spChg>
        <pc:spChg chg="mod">
          <ac:chgData name="" userId="9bbdc6e4f64eefcd" providerId="LiveId" clId="{2FD015A4-D8E8-4F17-B518-98EE5116946D}" dt="2026-07-10T15:36:15.794" v="830" actId="20577"/>
          <ac:spMkLst>
            <pc:docMk/>
            <pc:sldMk cId="2064131038" sldId="289"/>
            <ac:spMk id="4" creationId="{28E0A77B-54F9-4C75-8080-9B07812105BA}"/>
          </ac:spMkLst>
        </pc:spChg>
        <pc:picChg chg="del">
          <ac:chgData name="" userId="9bbdc6e4f64eefcd" providerId="LiveId" clId="{2FD015A4-D8E8-4F17-B518-98EE5116946D}" dt="2026-07-10T06:33:54.475" v="563" actId="478"/>
          <ac:picMkLst>
            <pc:docMk/>
            <pc:sldMk cId="2064131038" sldId="289"/>
            <ac:picMk id="3" creationId="{542F8F56-F732-4694-8726-3299D1FAB680}"/>
          </ac:picMkLst>
        </pc:picChg>
        <pc:picChg chg="del">
          <ac:chgData name="" userId="9bbdc6e4f64eefcd" providerId="LiveId" clId="{2FD015A4-D8E8-4F17-B518-98EE5116946D}" dt="2026-07-10T06:34:22.811" v="567" actId="478"/>
          <ac:picMkLst>
            <pc:docMk/>
            <pc:sldMk cId="2064131038" sldId="289"/>
            <ac:picMk id="5" creationId="{2F42AA28-5450-43E8-B6B1-A7D269C8B476}"/>
          </ac:picMkLst>
        </pc:picChg>
        <pc:picChg chg="add mod">
          <ac:chgData name="" userId="9bbdc6e4f64eefcd" providerId="LiveId" clId="{2FD015A4-D8E8-4F17-B518-98EE5116946D}" dt="2026-07-10T06:34:00.853" v="566" actId="1076"/>
          <ac:picMkLst>
            <pc:docMk/>
            <pc:sldMk cId="2064131038" sldId="289"/>
            <ac:picMk id="6" creationId="{B58BB5E8-4819-45B3-9C0B-B9AAC87B83E0}"/>
          </ac:picMkLst>
        </pc:picChg>
        <pc:picChg chg="add mod">
          <ac:chgData name="" userId="9bbdc6e4f64eefcd" providerId="LiveId" clId="{2FD015A4-D8E8-4F17-B518-98EE5116946D}" dt="2026-07-10T06:34:28.868" v="570" actId="1076"/>
          <ac:picMkLst>
            <pc:docMk/>
            <pc:sldMk cId="2064131038" sldId="289"/>
            <ac:picMk id="7" creationId="{2BFDE776-0561-40AF-B506-BB59805BB4DE}"/>
          </ac:picMkLst>
        </pc:picChg>
      </pc:sldChg>
      <pc:sldChg chg="addSp delSp modSp add modTransition">
        <pc:chgData name="" userId="9bbdc6e4f64eefcd" providerId="LiveId" clId="{2FD015A4-D8E8-4F17-B518-98EE5116946D}" dt="2026-07-10T15:37:23.407" v="833" actId="1076"/>
        <pc:sldMkLst>
          <pc:docMk/>
          <pc:sldMk cId="2134489011" sldId="290"/>
        </pc:sldMkLst>
        <pc:spChg chg="del">
          <ac:chgData name="" userId="9bbdc6e4f64eefcd" providerId="LiveId" clId="{2FD015A4-D8E8-4F17-B518-98EE5116946D}" dt="2026-07-10T06:35:48.375" v="578" actId="478"/>
          <ac:spMkLst>
            <pc:docMk/>
            <pc:sldMk cId="2134489011" sldId="290"/>
            <ac:spMk id="2" creationId="{FCC7B385-A649-476A-BD72-074C84CB5331}"/>
          </ac:spMkLst>
        </pc:spChg>
        <pc:spChg chg="del">
          <ac:chgData name="" userId="9bbdc6e4f64eefcd" providerId="LiveId" clId="{2FD015A4-D8E8-4F17-B518-98EE5116946D}" dt="2026-07-10T15:36:27.392" v="831" actId="478"/>
          <ac:spMkLst>
            <pc:docMk/>
            <pc:sldMk cId="2134489011" sldId="290"/>
            <ac:spMk id="4" creationId="{28E0A77B-54F9-4C75-8080-9B07812105BA}"/>
          </ac:spMkLst>
        </pc:spChg>
        <pc:spChg chg="add">
          <ac:chgData name="" userId="9bbdc6e4f64eefcd" providerId="LiveId" clId="{2FD015A4-D8E8-4F17-B518-98EE5116946D}" dt="2026-07-10T06:35:49.379" v="579"/>
          <ac:spMkLst>
            <pc:docMk/>
            <pc:sldMk cId="2134489011" sldId="290"/>
            <ac:spMk id="8" creationId="{9D3CC219-D3D0-4455-BFEA-DC0752F2018B}"/>
          </ac:spMkLst>
        </pc:spChg>
        <pc:spChg chg="add mod">
          <ac:chgData name="" userId="9bbdc6e4f64eefcd" providerId="LiveId" clId="{2FD015A4-D8E8-4F17-B518-98EE5116946D}" dt="2026-07-10T15:37:23.407" v="833" actId="1076"/>
          <ac:spMkLst>
            <pc:docMk/>
            <pc:sldMk cId="2134489011" sldId="290"/>
            <ac:spMk id="9" creationId="{B10F4401-CE06-4AFA-881F-7C2A49DB524F}"/>
          </ac:spMkLst>
        </pc:spChg>
        <pc:picChg chg="del">
          <ac:chgData name="" userId="9bbdc6e4f64eefcd" providerId="LiveId" clId="{2FD015A4-D8E8-4F17-B518-98EE5116946D}" dt="2026-07-10T06:34:59.003" v="575" actId="478"/>
          <ac:picMkLst>
            <pc:docMk/>
            <pc:sldMk cId="2134489011" sldId="290"/>
            <ac:picMk id="3" creationId="{542F8F56-F732-4694-8726-3299D1FAB680}"/>
          </ac:picMkLst>
        </pc:picChg>
        <pc:picChg chg="del">
          <ac:chgData name="" userId="9bbdc6e4f64eefcd" providerId="LiveId" clId="{2FD015A4-D8E8-4F17-B518-98EE5116946D}" dt="2026-07-10T06:34:36.218" v="572" actId="478"/>
          <ac:picMkLst>
            <pc:docMk/>
            <pc:sldMk cId="2134489011" sldId="290"/>
            <ac:picMk id="5" creationId="{FC9D5BB7-5619-41A3-B001-65AE5BA71E27}"/>
          </ac:picMkLst>
        </pc:picChg>
        <pc:picChg chg="add mod">
          <ac:chgData name="" userId="9bbdc6e4f64eefcd" providerId="LiveId" clId="{2FD015A4-D8E8-4F17-B518-98EE5116946D}" dt="2026-07-10T06:34:48.174" v="574" actId="14100"/>
          <ac:picMkLst>
            <pc:docMk/>
            <pc:sldMk cId="2134489011" sldId="290"/>
            <ac:picMk id="6" creationId="{17089801-CFC5-4D91-9BBD-5CCBF3AB040D}"/>
          </ac:picMkLst>
        </pc:picChg>
        <pc:picChg chg="add mod">
          <ac:chgData name="" userId="9bbdc6e4f64eefcd" providerId="LiveId" clId="{2FD015A4-D8E8-4F17-B518-98EE5116946D}" dt="2026-07-10T06:35:05.226" v="577" actId="1076"/>
          <ac:picMkLst>
            <pc:docMk/>
            <pc:sldMk cId="2134489011" sldId="290"/>
            <ac:picMk id="7" creationId="{B1DAEE6A-B2C1-45D4-9EF0-D7F87F1F54FB}"/>
          </ac:picMkLst>
        </pc:picChg>
      </pc:sldChg>
      <pc:sldChg chg="addSp delSp modSp add modTransition">
        <pc:chgData name="" userId="9bbdc6e4f64eefcd" providerId="LiveId" clId="{2FD015A4-D8E8-4F17-B518-98EE5116946D}" dt="2026-07-10T06:44:31.330" v="634"/>
        <pc:sldMkLst>
          <pc:docMk/>
          <pc:sldMk cId="17344346" sldId="291"/>
        </pc:sldMkLst>
        <pc:spChg chg="del">
          <ac:chgData name="" userId="9bbdc6e4f64eefcd" providerId="LiveId" clId="{2FD015A4-D8E8-4F17-B518-98EE5116946D}" dt="2026-07-10T06:35:54.571" v="580" actId="478"/>
          <ac:spMkLst>
            <pc:docMk/>
            <pc:sldMk cId="17344346" sldId="291"/>
            <ac:spMk id="2" creationId="{FCC7B385-A649-476A-BD72-074C84CB5331}"/>
          </ac:spMkLst>
        </pc:spChg>
        <pc:spChg chg="mod">
          <ac:chgData name="" userId="9bbdc6e4f64eefcd" providerId="LiveId" clId="{2FD015A4-D8E8-4F17-B518-98EE5116946D}" dt="2026-07-10T06:37:56.571" v="591" actId="1076"/>
          <ac:spMkLst>
            <pc:docMk/>
            <pc:sldMk cId="17344346" sldId="291"/>
            <ac:spMk id="7" creationId="{4A8B94BD-6B07-4297-ACF2-D48040C34229}"/>
          </ac:spMkLst>
        </pc:spChg>
        <pc:spChg chg="add">
          <ac:chgData name="" userId="9bbdc6e4f64eefcd" providerId="LiveId" clId="{2FD015A4-D8E8-4F17-B518-98EE5116946D}" dt="2026-07-10T06:35:55.523" v="581"/>
          <ac:spMkLst>
            <pc:docMk/>
            <pc:sldMk cId="17344346" sldId="291"/>
            <ac:spMk id="11" creationId="{6492037B-2067-4AB3-ACEC-053A1366F5A4}"/>
          </ac:spMkLst>
        </pc:spChg>
        <pc:spChg chg="add mod">
          <ac:chgData name="" userId="9bbdc6e4f64eefcd" providerId="LiveId" clId="{2FD015A4-D8E8-4F17-B518-98EE5116946D}" dt="2026-07-10T06:38:45.137" v="598" actId="20577"/>
          <ac:spMkLst>
            <pc:docMk/>
            <pc:sldMk cId="17344346" sldId="291"/>
            <ac:spMk id="12" creationId="{BDB98626-1F6D-4A83-9D7E-EE675535E776}"/>
          </ac:spMkLst>
        </pc:spChg>
        <pc:picChg chg="add mod">
          <ac:chgData name="" userId="9bbdc6e4f64eefcd" providerId="LiveId" clId="{2FD015A4-D8E8-4F17-B518-98EE5116946D}" dt="2026-07-10T06:43:46.100" v="622" actId="14100"/>
          <ac:picMkLst>
            <pc:docMk/>
            <pc:sldMk cId="17344346" sldId="291"/>
            <ac:picMk id="3" creationId="{6E6160D9-C5C5-4BBD-8863-2021D16E1B11}"/>
          </ac:picMkLst>
        </pc:picChg>
        <pc:picChg chg="del">
          <ac:chgData name="" userId="9bbdc6e4f64eefcd" providerId="LiveId" clId="{2FD015A4-D8E8-4F17-B518-98EE5116946D}" dt="2026-07-10T06:36:48.452" v="584" actId="478"/>
          <ac:picMkLst>
            <pc:docMk/>
            <pc:sldMk cId="17344346" sldId="291"/>
            <ac:picMk id="8" creationId="{96469000-B774-417D-B93E-4A54A522FDA5}"/>
          </ac:picMkLst>
        </pc:picChg>
        <pc:picChg chg="del">
          <ac:chgData name="" userId="9bbdc6e4f64eefcd" providerId="LiveId" clId="{2FD015A4-D8E8-4F17-B518-98EE5116946D}" dt="2026-07-10T06:43:25.604" v="616" actId="478"/>
          <ac:picMkLst>
            <pc:docMk/>
            <pc:sldMk cId="17344346" sldId="291"/>
            <ac:picMk id="9" creationId="{7E7E922A-5782-4357-824F-8269D8744EDA}"/>
          </ac:picMkLst>
        </pc:picChg>
        <pc:picChg chg="del mod">
          <ac:chgData name="" userId="9bbdc6e4f64eefcd" providerId="LiveId" clId="{2FD015A4-D8E8-4F17-B518-98EE5116946D}" dt="2026-07-10T06:41:57.543" v="606" actId="478"/>
          <ac:picMkLst>
            <pc:docMk/>
            <pc:sldMk cId="17344346" sldId="291"/>
            <ac:picMk id="10" creationId="{85E754F5-D316-4A00-BB0A-EC0155BB683D}"/>
          </ac:picMkLst>
        </pc:picChg>
        <pc:picChg chg="add mod">
          <ac:chgData name="" userId="9bbdc6e4f64eefcd" providerId="LiveId" clId="{2FD015A4-D8E8-4F17-B518-98EE5116946D}" dt="2026-07-10T06:42:04.446" v="608" actId="1076"/>
          <ac:picMkLst>
            <pc:docMk/>
            <pc:sldMk cId="17344346" sldId="291"/>
            <ac:picMk id="13" creationId="{02827854-DF3D-4BCF-BDD4-E6E66CBE2D53}"/>
          </ac:picMkLst>
        </pc:picChg>
        <pc:picChg chg="add del">
          <ac:chgData name="" userId="9bbdc6e4f64eefcd" providerId="LiveId" clId="{2FD015A4-D8E8-4F17-B518-98EE5116946D}" dt="2026-07-10T06:43:28.053" v="618"/>
          <ac:picMkLst>
            <pc:docMk/>
            <pc:sldMk cId="17344346" sldId="291"/>
            <ac:picMk id="14" creationId="{F0567C88-5614-468C-B6B7-AE94B5CE3BF8}"/>
          </ac:picMkLst>
        </pc:picChg>
      </pc:sldChg>
      <pc:sldChg chg="addSp delSp modSp add modTransition">
        <pc:chgData name="" userId="9bbdc6e4f64eefcd" providerId="LiveId" clId="{2FD015A4-D8E8-4F17-B518-98EE5116946D}" dt="2026-07-10T07:01:05.767" v="772" actId="1076"/>
        <pc:sldMkLst>
          <pc:docMk/>
          <pc:sldMk cId="2064316917" sldId="292"/>
        </pc:sldMkLst>
        <pc:spChg chg="del">
          <ac:chgData name="" userId="9bbdc6e4f64eefcd" providerId="LiveId" clId="{2FD015A4-D8E8-4F17-B518-98EE5116946D}" dt="2026-07-10T06:44:16.708" v="632" actId="478"/>
          <ac:spMkLst>
            <pc:docMk/>
            <pc:sldMk cId="2064316917" sldId="292"/>
            <ac:spMk id="2" creationId="{FCC7B385-A649-476A-BD72-074C84CB5331}"/>
          </ac:spMkLst>
        </pc:spChg>
        <pc:spChg chg="add mod">
          <ac:chgData name="" userId="9bbdc6e4f64eefcd" providerId="LiveId" clId="{2FD015A4-D8E8-4F17-B518-98EE5116946D}" dt="2026-07-10T07:01:05.767" v="772" actId="1076"/>
          <ac:spMkLst>
            <pc:docMk/>
            <pc:sldMk cId="2064316917" sldId="292"/>
            <ac:spMk id="4" creationId="{9D48CD26-54AF-4ABD-B3A8-5C062A2955BD}"/>
          </ac:spMkLst>
        </pc:spChg>
        <pc:spChg chg="add">
          <ac:chgData name="" userId="9bbdc6e4f64eefcd" providerId="LiveId" clId="{2FD015A4-D8E8-4F17-B518-98EE5116946D}" dt="2026-07-10T06:44:17.608" v="633"/>
          <ac:spMkLst>
            <pc:docMk/>
            <pc:sldMk cId="2064316917" sldId="292"/>
            <ac:spMk id="14" creationId="{4311F237-E721-425A-9A55-6A2A757201DD}"/>
          </ac:spMkLst>
        </pc:spChg>
        <pc:graphicFrameChg chg="add mod modGraphic">
          <ac:chgData name="" userId="9bbdc6e4f64eefcd" providerId="LiveId" clId="{2FD015A4-D8E8-4F17-B518-98EE5116946D}" dt="2026-07-10T07:00:41.693" v="743"/>
          <ac:graphicFrameMkLst>
            <pc:docMk/>
            <pc:sldMk cId="2064316917" sldId="292"/>
            <ac:graphicFrameMk id="3" creationId="{E45450EB-C3DE-4DAC-B2AF-11A50C45185F}"/>
          </ac:graphicFrameMkLst>
        </pc:graphicFrameChg>
        <pc:picChg chg="del">
          <ac:chgData name="" userId="9bbdc6e4f64eefcd" providerId="LiveId" clId="{2FD015A4-D8E8-4F17-B518-98EE5116946D}" dt="2026-07-10T06:43:58.664" v="626" actId="478"/>
          <ac:picMkLst>
            <pc:docMk/>
            <pc:sldMk cId="2064316917" sldId="292"/>
            <ac:picMk id="9" creationId="{7E7E922A-5782-4357-824F-8269D8744EDA}"/>
          </ac:picMkLst>
        </pc:picChg>
        <pc:picChg chg="del">
          <ac:chgData name="" userId="9bbdc6e4f64eefcd" providerId="LiveId" clId="{2FD015A4-D8E8-4F17-B518-98EE5116946D}" dt="2026-07-10T06:42:17.465" v="610" actId="478"/>
          <ac:picMkLst>
            <pc:docMk/>
            <pc:sldMk cId="2064316917" sldId="292"/>
            <ac:picMk id="10" creationId="{C42FD31B-B38F-4972-BA4A-7E21305D235C}"/>
          </ac:picMkLst>
        </pc:picChg>
        <pc:picChg chg="del">
          <ac:chgData name="" userId="9bbdc6e4f64eefcd" providerId="LiveId" clId="{2FD015A4-D8E8-4F17-B518-98EE5116946D}" dt="2026-07-10T06:43:53.342" v="624" actId="478"/>
          <ac:picMkLst>
            <pc:docMk/>
            <pc:sldMk cId="2064316917" sldId="292"/>
            <ac:picMk id="11" creationId="{8673CAD7-9758-494C-88D0-A0998E5D9D52}"/>
          </ac:picMkLst>
        </pc:picChg>
        <pc:picChg chg="add mod">
          <ac:chgData name="" userId="9bbdc6e4f64eefcd" providerId="LiveId" clId="{2FD015A4-D8E8-4F17-B518-98EE5116946D}" dt="2026-07-10T06:46:10.382" v="642" actId="1076"/>
          <ac:picMkLst>
            <pc:docMk/>
            <pc:sldMk cId="2064316917" sldId="292"/>
            <ac:picMk id="12" creationId="{30E5C235-DFCE-44B2-A868-E509B0F822AD}"/>
          </ac:picMkLst>
        </pc:picChg>
        <pc:picChg chg="add mod">
          <ac:chgData name="" userId="9bbdc6e4f64eefcd" providerId="LiveId" clId="{2FD015A4-D8E8-4F17-B518-98EE5116946D}" dt="2026-07-10T06:43:57.172" v="625" actId="1076"/>
          <ac:picMkLst>
            <pc:docMk/>
            <pc:sldMk cId="2064316917" sldId="292"/>
            <ac:picMk id="13" creationId="{D545D55C-54C3-4765-BF59-FD1CFA600195}"/>
          </ac:picMkLst>
        </pc:picChg>
      </pc:sldChg>
      <pc:sldChg chg="add del">
        <pc:chgData name="" userId="9bbdc6e4f64eefcd" providerId="LiveId" clId="{2FD015A4-D8E8-4F17-B518-98EE5116946D}" dt="2026-07-10T06:44:04.094" v="627" actId="2696"/>
        <pc:sldMkLst>
          <pc:docMk/>
          <pc:sldMk cId="1346303380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E12D-3B3C-49B7-A67A-32223A8E8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4091-6389-40C0-815E-DF2BC3FBB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8135C-1768-4F97-8003-59A9DCC7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4AC7-3F99-4F65-B806-F89122D6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03D6-5658-4802-88A6-1ABF0C24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5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56F5-3144-46F0-81A0-D4F9DAD9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22355-E3A7-4C3B-BED5-14F9B8ECE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337DC-411A-4133-B08F-383CC9C5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DA10F-97A5-4404-B6C2-E668F96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37DCD-20B4-4504-A86E-899F6272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9891-3B99-43D3-A937-9F3A75B1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D7FD6-34B5-4DAB-889A-A302CBA8F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A06E2-F237-4713-A6F5-087FA810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2451-2190-418A-84A1-951604EC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11B0-6011-4BB6-8913-5CB216E8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3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35CB-7C71-461E-858E-A65F5C08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861FB-EB12-47E7-9694-04ACF8701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00928-AB47-4203-8081-D678DA986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7ACE9-3A3D-48E5-9E65-9B335479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527C4-22C5-484D-9941-6C089371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D9054-A41E-4287-A3CB-5EE7BF8E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E8E1-0ECF-42F9-B8BE-26E06427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6D83A-4A41-4DBF-BB9D-A4E90E6A4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FA463-669D-43D3-ADD2-CF6DC57F3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CD8A5-73B4-4296-A231-029F8F303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0FEF7-974B-4B10-AFF5-2C998D283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715AA-CA08-4939-B019-1D694F6C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C6EA4-AC2F-412B-8F82-07C6EE11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7B2BC-C3FB-45A3-8A89-BD694B4E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3052-4F53-4356-BEBC-DC7B04F5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ACAD8-F5A1-463B-9DAE-B76690D1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1011D-CB42-47E9-927E-B8561F97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B712-BBA8-4D9E-B477-7821BF5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9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45C8F-E5BA-4249-9FAA-37B9DFD4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ADBFE-20E0-439C-B40E-F1C7370E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1E489-303A-42FA-972C-5926FB69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7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628A-4AFE-49D0-BB57-E6F39757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63C4-E571-4F25-98D9-E20252D6C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1F059-CDD0-4CB3-9EDF-718569A57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1E996-59EC-4BC2-B236-9040D28E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FAE07-D087-4ADF-8069-9D5D042F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8ECBC-A367-43E4-891F-E27B9A24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9DEB-D656-4DE1-A5A3-85B2EA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81AA8-1A26-4DB5-BE57-66BC6E97C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04514-FF57-4B2D-A56B-56F7440C8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BCA64-9EF9-412D-82B4-91DECF9F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5409B-E002-4672-BC70-D1D0D004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974EA-24AD-47B7-8A55-06CF168F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5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6D35-61CF-47B1-8D36-7E78DB76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CED2C-9F81-4FAC-B45F-EFCCA7ACD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5D9E-C44E-42F8-AD97-8FC439A8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D2A4A-4B86-494B-A6D0-1ED05BC3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3BE5A-7198-4BBE-B57B-0BEA196B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6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188C7-D9A3-439F-8BB7-3850CC1D6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EC9FA-2CDA-4D3B-ABDA-8B66D1969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733C-CDD5-42A3-AC7D-5C6A8613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00427-BBEE-463A-9C39-813CA432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0335-AA62-4287-B804-5644023E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chemeClr val="accent1">
                <a:lumMod val="20000"/>
                <a:lumOff val="80000"/>
              </a:schemeClr>
            </a:gs>
            <a:gs pos="80000">
              <a:schemeClr val="accent1">
                <a:lumMod val="40000"/>
                <a:lumOff val="6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E687A-6160-4787-A146-DA9AB598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A6E23-0CCF-498E-B510-4D99E777D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9403C-7FB8-4ADF-8331-497F20615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5D519-54BE-412E-AB7A-67E26AEC3A2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67D25-EE66-4856-88AA-F48FB0F18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CB69C-A247-4AEC-ADFC-3702A5E97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4A78B-3118-408D-A9D0-E42AA8FD1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8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4E33188-BE78-4AD9-A2A6-B560CAB64C61}"/>
              </a:ext>
            </a:extLst>
          </p:cNvPr>
          <p:cNvSpPr/>
          <p:nvPr/>
        </p:nvSpPr>
        <p:spPr>
          <a:xfrm rot="16200000">
            <a:off x="4869105" y="709686"/>
            <a:ext cx="9522997" cy="7069206"/>
          </a:xfrm>
          <a:custGeom>
            <a:avLst/>
            <a:gdLst>
              <a:gd name="connsiteX0" fmla="*/ 2218765 w 9522997"/>
              <a:gd name="connsiteY0" fmla="*/ 1982580 h 7069206"/>
              <a:gd name="connsiteX1" fmla="*/ 1740583 w 9522997"/>
              <a:gd name="connsiteY1" fmla="*/ 2938944 h 7069206"/>
              <a:gd name="connsiteX2" fmla="*/ 478183 w 9522997"/>
              <a:gd name="connsiteY2" fmla="*/ 2938944 h 7069206"/>
              <a:gd name="connsiteX3" fmla="*/ 0 w 9522997"/>
              <a:gd name="connsiteY3" fmla="*/ 1982580 h 7069206"/>
              <a:gd name="connsiteX4" fmla="*/ 478183 w 9522997"/>
              <a:gd name="connsiteY4" fmla="*/ 1026216 h 7069206"/>
              <a:gd name="connsiteX5" fmla="*/ 1740583 w 9522997"/>
              <a:gd name="connsiteY5" fmla="*/ 1026216 h 7069206"/>
              <a:gd name="connsiteX6" fmla="*/ 2218766 w 9522997"/>
              <a:gd name="connsiteY6" fmla="*/ 4047706 h 7069206"/>
              <a:gd name="connsiteX7" fmla="*/ 1740584 w 9522997"/>
              <a:gd name="connsiteY7" fmla="*/ 5004070 h 7069206"/>
              <a:gd name="connsiteX8" fmla="*/ 478183 w 9522997"/>
              <a:gd name="connsiteY8" fmla="*/ 5004070 h 7069206"/>
              <a:gd name="connsiteX9" fmla="*/ 0 w 9522997"/>
              <a:gd name="connsiteY9" fmla="*/ 4047706 h 7069206"/>
              <a:gd name="connsiteX10" fmla="*/ 478183 w 9522997"/>
              <a:gd name="connsiteY10" fmla="*/ 3091342 h 7069206"/>
              <a:gd name="connsiteX11" fmla="*/ 1740584 w 9522997"/>
              <a:gd name="connsiteY11" fmla="*/ 3091342 h 7069206"/>
              <a:gd name="connsiteX12" fmla="*/ 2218767 w 9522997"/>
              <a:gd name="connsiteY12" fmla="*/ 6112832 h 7069206"/>
              <a:gd name="connsiteX13" fmla="*/ 1740585 w 9522997"/>
              <a:gd name="connsiteY13" fmla="*/ 7069196 h 7069206"/>
              <a:gd name="connsiteX14" fmla="*/ 478185 w 9522997"/>
              <a:gd name="connsiteY14" fmla="*/ 7069196 h 7069206"/>
              <a:gd name="connsiteX15" fmla="*/ 3 w 9522997"/>
              <a:gd name="connsiteY15" fmla="*/ 6112832 h 7069206"/>
              <a:gd name="connsiteX16" fmla="*/ 478185 w 9522997"/>
              <a:gd name="connsiteY16" fmla="*/ 5156468 h 7069206"/>
              <a:gd name="connsiteX17" fmla="*/ 1740585 w 9522997"/>
              <a:gd name="connsiteY17" fmla="*/ 5156468 h 7069206"/>
              <a:gd name="connsiteX18" fmla="*/ 4041460 w 9522997"/>
              <a:gd name="connsiteY18" fmla="*/ 956366 h 7069206"/>
              <a:gd name="connsiteX19" fmla="*/ 3563278 w 9522997"/>
              <a:gd name="connsiteY19" fmla="*/ 1912730 h 7069206"/>
              <a:gd name="connsiteX20" fmla="*/ 2300877 w 9522997"/>
              <a:gd name="connsiteY20" fmla="*/ 1912730 h 7069206"/>
              <a:gd name="connsiteX21" fmla="*/ 1822695 w 9522997"/>
              <a:gd name="connsiteY21" fmla="*/ 956366 h 7069206"/>
              <a:gd name="connsiteX22" fmla="*/ 2300877 w 9522997"/>
              <a:gd name="connsiteY22" fmla="*/ 2 h 7069206"/>
              <a:gd name="connsiteX23" fmla="*/ 3563278 w 9522997"/>
              <a:gd name="connsiteY23" fmla="*/ 2 h 7069206"/>
              <a:gd name="connsiteX24" fmla="*/ 4041461 w 9522997"/>
              <a:gd name="connsiteY24" fmla="*/ 3021493 h 7069206"/>
              <a:gd name="connsiteX25" fmla="*/ 3563279 w 9522997"/>
              <a:gd name="connsiteY25" fmla="*/ 3977858 h 7069206"/>
              <a:gd name="connsiteX26" fmla="*/ 2300878 w 9522997"/>
              <a:gd name="connsiteY26" fmla="*/ 3977858 h 7069206"/>
              <a:gd name="connsiteX27" fmla="*/ 1822696 w 9522997"/>
              <a:gd name="connsiteY27" fmla="*/ 3021493 h 7069206"/>
              <a:gd name="connsiteX28" fmla="*/ 2300878 w 9522997"/>
              <a:gd name="connsiteY28" fmla="*/ 2065129 h 7069206"/>
              <a:gd name="connsiteX29" fmla="*/ 3563279 w 9522997"/>
              <a:gd name="connsiteY29" fmla="*/ 2065129 h 7069206"/>
              <a:gd name="connsiteX30" fmla="*/ 4041462 w 9522997"/>
              <a:gd name="connsiteY30" fmla="*/ 5086620 h 7069206"/>
              <a:gd name="connsiteX31" fmla="*/ 3563280 w 9522997"/>
              <a:gd name="connsiteY31" fmla="*/ 6042984 h 7069206"/>
              <a:gd name="connsiteX32" fmla="*/ 2300879 w 9522997"/>
              <a:gd name="connsiteY32" fmla="*/ 6042984 h 7069206"/>
              <a:gd name="connsiteX33" fmla="*/ 1822697 w 9522997"/>
              <a:gd name="connsiteY33" fmla="*/ 5086620 h 7069206"/>
              <a:gd name="connsiteX34" fmla="*/ 2300879 w 9522997"/>
              <a:gd name="connsiteY34" fmla="*/ 4130256 h 7069206"/>
              <a:gd name="connsiteX35" fmla="*/ 3563280 w 9522997"/>
              <a:gd name="connsiteY35" fmla="*/ 4130256 h 7069206"/>
              <a:gd name="connsiteX36" fmla="*/ 5868637 w 9522997"/>
              <a:gd name="connsiteY36" fmla="*/ 1982585 h 7069206"/>
              <a:gd name="connsiteX37" fmla="*/ 5390456 w 9522997"/>
              <a:gd name="connsiteY37" fmla="*/ 2938949 h 7069206"/>
              <a:gd name="connsiteX38" fmla="*/ 4128055 w 9522997"/>
              <a:gd name="connsiteY38" fmla="*/ 2938949 h 7069206"/>
              <a:gd name="connsiteX39" fmla="*/ 3649873 w 9522997"/>
              <a:gd name="connsiteY39" fmla="*/ 1982585 h 7069206"/>
              <a:gd name="connsiteX40" fmla="*/ 4128055 w 9522997"/>
              <a:gd name="connsiteY40" fmla="*/ 1026221 h 7069206"/>
              <a:gd name="connsiteX41" fmla="*/ 5390456 w 9522997"/>
              <a:gd name="connsiteY41" fmla="*/ 1026221 h 7069206"/>
              <a:gd name="connsiteX42" fmla="*/ 5868638 w 9522997"/>
              <a:gd name="connsiteY42" fmla="*/ 6112840 h 7069206"/>
              <a:gd name="connsiteX43" fmla="*/ 5390458 w 9522997"/>
              <a:gd name="connsiteY43" fmla="*/ 7069204 h 7069206"/>
              <a:gd name="connsiteX44" fmla="*/ 4128057 w 9522997"/>
              <a:gd name="connsiteY44" fmla="*/ 7069204 h 7069206"/>
              <a:gd name="connsiteX45" fmla="*/ 3649875 w 9522997"/>
              <a:gd name="connsiteY45" fmla="*/ 6112840 h 7069206"/>
              <a:gd name="connsiteX46" fmla="*/ 4128057 w 9522997"/>
              <a:gd name="connsiteY46" fmla="*/ 5156476 h 7069206"/>
              <a:gd name="connsiteX47" fmla="*/ 5390458 w 9522997"/>
              <a:gd name="connsiteY47" fmla="*/ 5156476 h 7069206"/>
              <a:gd name="connsiteX48" fmla="*/ 5868638 w 9522997"/>
              <a:gd name="connsiteY48" fmla="*/ 4047712 h 7069206"/>
              <a:gd name="connsiteX49" fmla="*/ 5390457 w 9522997"/>
              <a:gd name="connsiteY49" fmla="*/ 5004076 h 7069206"/>
              <a:gd name="connsiteX50" fmla="*/ 4128056 w 9522997"/>
              <a:gd name="connsiteY50" fmla="*/ 5004076 h 7069206"/>
              <a:gd name="connsiteX51" fmla="*/ 3649874 w 9522997"/>
              <a:gd name="connsiteY51" fmla="*/ 4047712 h 7069206"/>
              <a:gd name="connsiteX52" fmla="*/ 4128056 w 9522997"/>
              <a:gd name="connsiteY52" fmla="*/ 3091348 h 7069206"/>
              <a:gd name="connsiteX53" fmla="*/ 5390457 w 9522997"/>
              <a:gd name="connsiteY53" fmla="*/ 3091348 h 7069206"/>
              <a:gd name="connsiteX54" fmla="*/ 7695814 w 9522997"/>
              <a:gd name="connsiteY54" fmla="*/ 956367 h 7069206"/>
              <a:gd name="connsiteX55" fmla="*/ 7217633 w 9522997"/>
              <a:gd name="connsiteY55" fmla="*/ 1912731 h 7069206"/>
              <a:gd name="connsiteX56" fmla="*/ 5955233 w 9522997"/>
              <a:gd name="connsiteY56" fmla="*/ 1912731 h 7069206"/>
              <a:gd name="connsiteX57" fmla="*/ 5955231 w 9522997"/>
              <a:gd name="connsiteY57" fmla="*/ 1912730 h 7069206"/>
              <a:gd name="connsiteX58" fmla="*/ 5955230 w 9522997"/>
              <a:gd name="connsiteY58" fmla="*/ 1912730 h 7069206"/>
              <a:gd name="connsiteX59" fmla="*/ 5955230 w 9522997"/>
              <a:gd name="connsiteY59" fmla="*/ 1912729 h 7069206"/>
              <a:gd name="connsiteX60" fmla="*/ 5955229 w 9522997"/>
              <a:gd name="connsiteY60" fmla="*/ 1912728 h 7069206"/>
              <a:gd name="connsiteX61" fmla="*/ 5838578 w 9522997"/>
              <a:gd name="connsiteY61" fmla="*/ 1679424 h 7069206"/>
              <a:gd name="connsiteX62" fmla="*/ 5477053 w 9522997"/>
              <a:gd name="connsiteY62" fmla="*/ 956367 h 7069206"/>
              <a:gd name="connsiteX63" fmla="*/ 5477053 w 9522997"/>
              <a:gd name="connsiteY63" fmla="*/ 956367 h 7069206"/>
              <a:gd name="connsiteX64" fmla="*/ 5477053 w 9522997"/>
              <a:gd name="connsiteY64" fmla="*/ 956366 h 7069206"/>
              <a:gd name="connsiteX65" fmla="*/ 5477053 w 9522997"/>
              <a:gd name="connsiteY65" fmla="*/ 956366 h 7069206"/>
              <a:gd name="connsiteX66" fmla="*/ 5477053 w 9522997"/>
              <a:gd name="connsiteY66" fmla="*/ 956365 h 7069206"/>
              <a:gd name="connsiteX67" fmla="*/ 5477053 w 9522997"/>
              <a:gd name="connsiteY67" fmla="*/ 956365 h 7069206"/>
              <a:gd name="connsiteX68" fmla="*/ 5477053 w 9522997"/>
              <a:gd name="connsiteY68" fmla="*/ 956364 h 7069206"/>
              <a:gd name="connsiteX69" fmla="*/ 5955229 w 9522997"/>
              <a:gd name="connsiteY69" fmla="*/ 0 h 7069206"/>
              <a:gd name="connsiteX70" fmla="*/ 7217628 w 9522997"/>
              <a:gd name="connsiteY70" fmla="*/ 0 h 7069206"/>
              <a:gd name="connsiteX71" fmla="*/ 7217629 w 9522997"/>
              <a:gd name="connsiteY71" fmla="*/ 1 h 7069206"/>
              <a:gd name="connsiteX72" fmla="*/ 7217631 w 9522997"/>
              <a:gd name="connsiteY72" fmla="*/ 1 h 7069206"/>
              <a:gd name="connsiteX73" fmla="*/ 7217632 w 9522997"/>
              <a:gd name="connsiteY73" fmla="*/ 2 h 7069206"/>
              <a:gd name="connsiteX74" fmla="*/ 7217632 w 9522997"/>
              <a:gd name="connsiteY74" fmla="*/ 3 h 7069206"/>
              <a:gd name="connsiteX75" fmla="*/ 7217633 w 9522997"/>
              <a:gd name="connsiteY75" fmla="*/ 3 h 7069206"/>
              <a:gd name="connsiteX76" fmla="*/ 7695815 w 9522997"/>
              <a:gd name="connsiteY76" fmla="*/ 3021494 h 7069206"/>
              <a:gd name="connsiteX77" fmla="*/ 7217633 w 9522997"/>
              <a:gd name="connsiteY77" fmla="*/ 3977858 h 7069206"/>
              <a:gd name="connsiteX78" fmla="*/ 7217633 w 9522997"/>
              <a:gd name="connsiteY78" fmla="*/ 3977858 h 7069206"/>
              <a:gd name="connsiteX79" fmla="*/ 5955233 w 9522997"/>
              <a:gd name="connsiteY79" fmla="*/ 3977858 h 7069206"/>
              <a:gd name="connsiteX80" fmla="*/ 5955231 w 9522997"/>
              <a:gd name="connsiteY80" fmla="*/ 3977858 h 7069206"/>
              <a:gd name="connsiteX81" fmla="*/ 5955230 w 9522997"/>
              <a:gd name="connsiteY81" fmla="*/ 3977856 h 7069206"/>
              <a:gd name="connsiteX82" fmla="*/ 5682012 w 9522997"/>
              <a:gd name="connsiteY82" fmla="*/ 3431409 h 7069206"/>
              <a:gd name="connsiteX83" fmla="*/ 5636517 w 9522997"/>
              <a:gd name="connsiteY83" fmla="*/ 3340420 h 7069206"/>
              <a:gd name="connsiteX84" fmla="*/ 5477054 w 9522997"/>
              <a:gd name="connsiteY84" fmla="*/ 3021494 h 7069206"/>
              <a:gd name="connsiteX85" fmla="*/ 5477054 w 9522997"/>
              <a:gd name="connsiteY85" fmla="*/ 3021494 h 7069206"/>
              <a:gd name="connsiteX86" fmla="*/ 5477054 w 9522997"/>
              <a:gd name="connsiteY86" fmla="*/ 3021493 h 7069206"/>
              <a:gd name="connsiteX87" fmla="*/ 5477054 w 9522997"/>
              <a:gd name="connsiteY87" fmla="*/ 3021493 h 7069206"/>
              <a:gd name="connsiteX88" fmla="*/ 5477054 w 9522997"/>
              <a:gd name="connsiteY88" fmla="*/ 3021492 h 7069206"/>
              <a:gd name="connsiteX89" fmla="*/ 5955230 w 9522997"/>
              <a:gd name="connsiteY89" fmla="*/ 2065128 h 7069206"/>
              <a:gd name="connsiteX90" fmla="*/ 7217629 w 9522997"/>
              <a:gd name="connsiteY90" fmla="*/ 2065128 h 7069206"/>
              <a:gd name="connsiteX91" fmla="*/ 7217631 w 9522997"/>
              <a:gd name="connsiteY91" fmla="*/ 2065129 h 7069206"/>
              <a:gd name="connsiteX92" fmla="*/ 7217633 w 9522997"/>
              <a:gd name="connsiteY92" fmla="*/ 2065129 h 7069206"/>
              <a:gd name="connsiteX93" fmla="*/ 7217633 w 9522997"/>
              <a:gd name="connsiteY93" fmla="*/ 2065130 h 7069206"/>
              <a:gd name="connsiteX94" fmla="*/ 7217633 w 9522997"/>
              <a:gd name="connsiteY94" fmla="*/ 2065130 h 7069206"/>
              <a:gd name="connsiteX95" fmla="*/ 7695817 w 9522997"/>
              <a:gd name="connsiteY95" fmla="*/ 5086622 h 7069206"/>
              <a:gd name="connsiteX96" fmla="*/ 7217634 w 9522997"/>
              <a:gd name="connsiteY96" fmla="*/ 6042986 h 7069206"/>
              <a:gd name="connsiteX97" fmla="*/ 5955234 w 9522997"/>
              <a:gd name="connsiteY97" fmla="*/ 6042986 h 7069206"/>
              <a:gd name="connsiteX98" fmla="*/ 5955233 w 9522997"/>
              <a:gd name="connsiteY98" fmla="*/ 6042984 h 7069206"/>
              <a:gd name="connsiteX99" fmla="*/ 5955230 w 9522997"/>
              <a:gd name="connsiteY99" fmla="*/ 6042984 h 7069206"/>
              <a:gd name="connsiteX100" fmla="*/ 5642592 w 9522997"/>
              <a:gd name="connsiteY100" fmla="*/ 5417696 h 7069206"/>
              <a:gd name="connsiteX101" fmla="*/ 5477055 w 9522997"/>
              <a:gd name="connsiteY101" fmla="*/ 5086622 h 7069206"/>
              <a:gd name="connsiteX102" fmla="*/ 5477056 w 9522997"/>
              <a:gd name="connsiteY102" fmla="*/ 5086621 h 7069206"/>
              <a:gd name="connsiteX103" fmla="*/ 5477055 w 9522997"/>
              <a:gd name="connsiteY103" fmla="*/ 5086620 h 7069206"/>
              <a:gd name="connsiteX104" fmla="*/ 5955230 w 9522997"/>
              <a:gd name="connsiteY104" fmla="*/ 4130256 h 7069206"/>
              <a:gd name="connsiteX105" fmla="*/ 7217631 w 9522997"/>
              <a:gd name="connsiteY105" fmla="*/ 4130256 h 7069206"/>
              <a:gd name="connsiteX106" fmla="*/ 7217632 w 9522997"/>
              <a:gd name="connsiteY106" fmla="*/ 4130258 h 7069206"/>
              <a:gd name="connsiteX107" fmla="*/ 7217634 w 9522997"/>
              <a:gd name="connsiteY107" fmla="*/ 4130258 h 7069206"/>
              <a:gd name="connsiteX108" fmla="*/ 9522995 w 9522997"/>
              <a:gd name="connsiteY108" fmla="*/ 1982589 h 7069206"/>
              <a:gd name="connsiteX109" fmla="*/ 9044813 w 9522997"/>
              <a:gd name="connsiteY109" fmla="*/ 2938953 h 7069206"/>
              <a:gd name="connsiteX110" fmla="*/ 7782412 w 9522997"/>
              <a:gd name="connsiteY110" fmla="*/ 2938953 h 7069206"/>
              <a:gd name="connsiteX111" fmla="*/ 7782412 w 9522997"/>
              <a:gd name="connsiteY111" fmla="*/ 2938952 h 7069206"/>
              <a:gd name="connsiteX112" fmla="*/ 7782412 w 9522997"/>
              <a:gd name="connsiteY112" fmla="*/ 2938952 h 7069206"/>
              <a:gd name="connsiteX113" fmla="*/ 7782411 w 9522997"/>
              <a:gd name="connsiteY113" fmla="*/ 2938952 h 7069206"/>
              <a:gd name="connsiteX114" fmla="*/ 7782411 w 9522997"/>
              <a:gd name="connsiteY114" fmla="*/ 2938951 h 7069206"/>
              <a:gd name="connsiteX115" fmla="*/ 7782410 w 9522997"/>
              <a:gd name="connsiteY115" fmla="*/ 2938951 h 7069206"/>
              <a:gd name="connsiteX116" fmla="*/ 7782409 w 9522997"/>
              <a:gd name="connsiteY116" fmla="*/ 2938948 h 7069206"/>
              <a:gd name="connsiteX117" fmla="*/ 7782408 w 9522997"/>
              <a:gd name="connsiteY117" fmla="*/ 2938948 h 7069206"/>
              <a:gd name="connsiteX118" fmla="*/ 7782408 w 9522997"/>
              <a:gd name="connsiteY118" fmla="*/ 2938948 h 7069206"/>
              <a:gd name="connsiteX119" fmla="*/ 7782408 w 9522997"/>
              <a:gd name="connsiteY119" fmla="*/ 2938947 h 7069206"/>
              <a:gd name="connsiteX120" fmla="*/ 7782407 w 9522997"/>
              <a:gd name="connsiteY120" fmla="*/ 2938947 h 7069206"/>
              <a:gd name="connsiteX121" fmla="*/ 7782407 w 9522997"/>
              <a:gd name="connsiteY121" fmla="*/ 2938947 h 7069206"/>
              <a:gd name="connsiteX122" fmla="*/ 7782407 w 9522997"/>
              <a:gd name="connsiteY122" fmla="*/ 2938946 h 7069206"/>
              <a:gd name="connsiteX123" fmla="*/ 7782406 w 9522997"/>
              <a:gd name="connsiteY123" fmla="*/ 2938946 h 7069206"/>
              <a:gd name="connsiteX124" fmla="*/ 7782406 w 9522997"/>
              <a:gd name="connsiteY124" fmla="*/ 2938945 h 7069206"/>
              <a:gd name="connsiteX125" fmla="*/ 7782404 w 9522997"/>
              <a:gd name="connsiteY125" fmla="*/ 2938945 h 7069206"/>
              <a:gd name="connsiteX126" fmla="*/ 7304223 w 9522997"/>
              <a:gd name="connsiteY126" fmla="*/ 1982581 h 7069206"/>
              <a:gd name="connsiteX127" fmla="*/ 7304222 w 9522997"/>
              <a:gd name="connsiteY127" fmla="*/ 1982578 h 7069206"/>
              <a:gd name="connsiteX128" fmla="*/ 7782403 w 9522997"/>
              <a:gd name="connsiteY128" fmla="*/ 1026214 h 7069206"/>
              <a:gd name="connsiteX129" fmla="*/ 9044808 w 9522997"/>
              <a:gd name="connsiteY129" fmla="*/ 1026214 h 7069206"/>
              <a:gd name="connsiteX130" fmla="*/ 9245750 w 9522997"/>
              <a:gd name="connsiteY130" fmla="*/ 1428099 h 7069206"/>
              <a:gd name="connsiteX131" fmla="*/ 9522995 w 9522997"/>
              <a:gd name="connsiteY131" fmla="*/ 1982588 h 7069206"/>
              <a:gd name="connsiteX132" fmla="*/ 9522997 w 9522997"/>
              <a:gd name="connsiteY132" fmla="*/ 4047716 h 7069206"/>
              <a:gd name="connsiteX133" fmla="*/ 9044815 w 9522997"/>
              <a:gd name="connsiteY133" fmla="*/ 5004080 h 7069206"/>
              <a:gd name="connsiteX134" fmla="*/ 7782413 w 9522997"/>
              <a:gd name="connsiteY134" fmla="*/ 5004080 h 7069206"/>
              <a:gd name="connsiteX135" fmla="*/ 7782412 w 9522997"/>
              <a:gd name="connsiteY135" fmla="*/ 5004078 h 7069206"/>
              <a:gd name="connsiteX136" fmla="*/ 7782411 w 9522997"/>
              <a:gd name="connsiteY136" fmla="*/ 5004078 h 7069206"/>
              <a:gd name="connsiteX137" fmla="*/ 7782410 w 9522997"/>
              <a:gd name="connsiteY137" fmla="*/ 5004076 h 7069206"/>
              <a:gd name="connsiteX138" fmla="*/ 7782409 w 9522997"/>
              <a:gd name="connsiteY138" fmla="*/ 5004076 h 7069206"/>
              <a:gd name="connsiteX139" fmla="*/ 7782408 w 9522997"/>
              <a:gd name="connsiteY139" fmla="*/ 5004074 h 7069206"/>
              <a:gd name="connsiteX140" fmla="*/ 7782407 w 9522997"/>
              <a:gd name="connsiteY140" fmla="*/ 5004074 h 7069206"/>
              <a:gd name="connsiteX141" fmla="*/ 7782406 w 9522997"/>
              <a:gd name="connsiteY141" fmla="*/ 5004072 h 7069206"/>
              <a:gd name="connsiteX142" fmla="*/ 7782404 w 9522997"/>
              <a:gd name="connsiteY142" fmla="*/ 5004072 h 7069206"/>
              <a:gd name="connsiteX143" fmla="*/ 7304223 w 9522997"/>
              <a:gd name="connsiteY143" fmla="*/ 4047708 h 7069206"/>
              <a:gd name="connsiteX144" fmla="*/ 7304223 w 9522997"/>
              <a:gd name="connsiteY144" fmla="*/ 4047706 h 7069206"/>
              <a:gd name="connsiteX145" fmla="*/ 7782404 w 9522997"/>
              <a:gd name="connsiteY145" fmla="*/ 3091342 h 7069206"/>
              <a:gd name="connsiteX146" fmla="*/ 9044810 w 9522997"/>
              <a:gd name="connsiteY146" fmla="*/ 3091342 h 7069206"/>
              <a:gd name="connsiteX147" fmla="*/ 9044813 w 9522997"/>
              <a:gd name="connsiteY147" fmla="*/ 3091349 h 7069206"/>
              <a:gd name="connsiteX148" fmla="*/ 9044814 w 9522997"/>
              <a:gd name="connsiteY148" fmla="*/ 3091350 h 7069206"/>
              <a:gd name="connsiteX149" fmla="*/ 9044814 w 9522997"/>
              <a:gd name="connsiteY149" fmla="*/ 3091350 h 7069206"/>
              <a:gd name="connsiteX150" fmla="*/ 9522996 w 9522997"/>
              <a:gd name="connsiteY150" fmla="*/ 4047714 h 7069206"/>
              <a:gd name="connsiteX151" fmla="*/ 9522996 w 9522997"/>
              <a:gd name="connsiteY151" fmla="*/ 4047715 h 7069206"/>
              <a:gd name="connsiteX152" fmla="*/ 9522997 w 9522997"/>
              <a:gd name="connsiteY152" fmla="*/ 6112842 h 7069206"/>
              <a:gd name="connsiteX153" fmla="*/ 9044815 w 9522997"/>
              <a:gd name="connsiteY153" fmla="*/ 7069206 h 7069206"/>
              <a:gd name="connsiteX154" fmla="*/ 7782414 w 9522997"/>
              <a:gd name="connsiteY154" fmla="*/ 7069206 h 7069206"/>
              <a:gd name="connsiteX155" fmla="*/ 7782413 w 9522997"/>
              <a:gd name="connsiteY155" fmla="*/ 7069204 h 7069206"/>
              <a:gd name="connsiteX156" fmla="*/ 7782411 w 9522997"/>
              <a:gd name="connsiteY156" fmla="*/ 7069204 h 7069206"/>
              <a:gd name="connsiteX157" fmla="*/ 7782410 w 9522997"/>
              <a:gd name="connsiteY157" fmla="*/ 7069204 h 7069206"/>
              <a:gd name="connsiteX158" fmla="*/ 7782410 w 9522997"/>
              <a:gd name="connsiteY158" fmla="*/ 7069202 h 7069206"/>
              <a:gd name="connsiteX159" fmla="*/ 7782409 w 9522997"/>
              <a:gd name="connsiteY159" fmla="*/ 7069202 h 7069206"/>
              <a:gd name="connsiteX160" fmla="*/ 7782408 w 9522997"/>
              <a:gd name="connsiteY160" fmla="*/ 7069200 h 7069206"/>
              <a:gd name="connsiteX161" fmla="*/ 7782407 w 9522997"/>
              <a:gd name="connsiteY161" fmla="*/ 7069200 h 7069206"/>
              <a:gd name="connsiteX162" fmla="*/ 7782406 w 9522997"/>
              <a:gd name="connsiteY162" fmla="*/ 7069200 h 7069206"/>
              <a:gd name="connsiteX163" fmla="*/ 7304224 w 9522997"/>
              <a:gd name="connsiteY163" fmla="*/ 6112836 h 7069206"/>
              <a:gd name="connsiteX164" fmla="*/ 7782406 w 9522997"/>
              <a:gd name="connsiteY164" fmla="*/ 5156472 h 7069206"/>
              <a:gd name="connsiteX165" fmla="*/ 7782407 w 9522997"/>
              <a:gd name="connsiteY165" fmla="*/ 5156472 h 7069206"/>
              <a:gd name="connsiteX166" fmla="*/ 9044811 w 9522997"/>
              <a:gd name="connsiteY166" fmla="*/ 5156472 h 7069206"/>
              <a:gd name="connsiteX167" fmla="*/ 9044811 w 9522997"/>
              <a:gd name="connsiteY167" fmla="*/ 5156472 h 7069206"/>
              <a:gd name="connsiteX168" fmla="*/ 9044812 w 9522997"/>
              <a:gd name="connsiteY168" fmla="*/ 5156474 h 7069206"/>
              <a:gd name="connsiteX169" fmla="*/ 9044813 w 9522997"/>
              <a:gd name="connsiteY169" fmla="*/ 5156474 h 7069206"/>
              <a:gd name="connsiteX170" fmla="*/ 9044814 w 9522997"/>
              <a:gd name="connsiteY170" fmla="*/ 5156476 h 7069206"/>
              <a:gd name="connsiteX171" fmla="*/ 9044814 w 9522997"/>
              <a:gd name="connsiteY171" fmla="*/ 5156476 h 7069206"/>
              <a:gd name="connsiteX172" fmla="*/ 9044815 w 9522997"/>
              <a:gd name="connsiteY172" fmla="*/ 5156478 h 7069206"/>
              <a:gd name="connsiteX173" fmla="*/ 9044815 w 9522997"/>
              <a:gd name="connsiteY173" fmla="*/ 5156478 h 706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9522997" h="7069206">
                <a:moveTo>
                  <a:pt x="2218765" y="1982580"/>
                </a:moveTo>
                <a:lnTo>
                  <a:pt x="1740583" y="2938944"/>
                </a:lnTo>
                <a:lnTo>
                  <a:pt x="478183" y="2938944"/>
                </a:lnTo>
                <a:lnTo>
                  <a:pt x="0" y="1982580"/>
                </a:lnTo>
                <a:lnTo>
                  <a:pt x="478183" y="1026216"/>
                </a:lnTo>
                <a:lnTo>
                  <a:pt x="1740583" y="1026216"/>
                </a:lnTo>
                <a:close/>
                <a:moveTo>
                  <a:pt x="2218766" y="4047706"/>
                </a:moveTo>
                <a:lnTo>
                  <a:pt x="1740584" y="5004070"/>
                </a:lnTo>
                <a:lnTo>
                  <a:pt x="478183" y="5004070"/>
                </a:lnTo>
                <a:lnTo>
                  <a:pt x="0" y="4047706"/>
                </a:lnTo>
                <a:lnTo>
                  <a:pt x="478183" y="3091342"/>
                </a:lnTo>
                <a:lnTo>
                  <a:pt x="1740584" y="3091342"/>
                </a:lnTo>
                <a:close/>
                <a:moveTo>
                  <a:pt x="2218767" y="6112832"/>
                </a:moveTo>
                <a:lnTo>
                  <a:pt x="1740585" y="7069196"/>
                </a:lnTo>
                <a:lnTo>
                  <a:pt x="478185" y="7069196"/>
                </a:lnTo>
                <a:lnTo>
                  <a:pt x="3" y="6112832"/>
                </a:lnTo>
                <a:lnTo>
                  <a:pt x="478185" y="5156468"/>
                </a:lnTo>
                <a:lnTo>
                  <a:pt x="1740585" y="5156468"/>
                </a:lnTo>
                <a:close/>
                <a:moveTo>
                  <a:pt x="4041460" y="956366"/>
                </a:moveTo>
                <a:lnTo>
                  <a:pt x="3563278" y="1912730"/>
                </a:lnTo>
                <a:lnTo>
                  <a:pt x="2300877" y="1912730"/>
                </a:lnTo>
                <a:lnTo>
                  <a:pt x="1822695" y="956366"/>
                </a:lnTo>
                <a:lnTo>
                  <a:pt x="2300877" y="2"/>
                </a:lnTo>
                <a:lnTo>
                  <a:pt x="3563278" y="2"/>
                </a:lnTo>
                <a:close/>
                <a:moveTo>
                  <a:pt x="4041461" y="3021493"/>
                </a:moveTo>
                <a:lnTo>
                  <a:pt x="3563279" y="3977858"/>
                </a:lnTo>
                <a:lnTo>
                  <a:pt x="2300878" y="3977858"/>
                </a:lnTo>
                <a:lnTo>
                  <a:pt x="1822696" y="3021493"/>
                </a:lnTo>
                <a:lnTo>
                  <a:pt x="2300878" y="2065129"/>
                </a:lnTo>
                <a:lnTo>
                  <a:pt x="3563279" y="2065129"/>
                </a:lnTo>
                <a:close/>
                <a:moveTo>
                  <a:pt x="4041462" y="5086620"/>
                </a:moveTo>
                <a:lnTo>
                  <a:pt x="3563280" y="6042984"/>
                </a:lnTo>
                <a:lnTo>
                  <a:pt x="2300879" y="6042984"/>
                </a:lnTo>
                <a:lnTo>
                  <a:pt x="1822697" y="5086620"/>
                </a:lnTo>
                <a:lnTo>
                  <a:pt x="2300879" y="4130256"/>
                </a:lnTo>
                <a:lnTo>
                  <a:pt x="3563280" y="4130256"/>
                </a:lnTo>
                <a:close/>
                <a:moveTo>
                  <a:pt x="5868637" y="1982585"/>
                </a:moveTo>
                <a:lnTo>
                  <a:pt x="5390456" y="2938949"/>
                </a:lnTo>
                <a:lnTo>
                  <a:pt x="4128055" y="2938949"/>
                </a:lnTo>
                <a:lnTo>
                  <a:pt x="3649873" y="1982585"/>
                </a:lnTo>
                <a:lnTo>
                  <a:pt x="4128055" y="1026221"/>
                </a:lnTo>
                <a:lnTo>
                  <a:pt x="5390456" y="1026221"/>
                </a:lnTo>
                <a:close/>
                <a:moveTo>
                  <a:pt x="5868638" y="6112840"/>
                </a:moveTo>
                <a:lnTo>
                  <a:pt x="5390458" y="7069204"/>
                </a:lnTo>
                <a:lnTo>
                  <a:pt x="4128057" y="7069204"/>
                </a:lnTo>
                <a:lnTo>
                  <a:pt x="3649875" y="6112840"/>
                </a:lnTo>
                <a:lnTo>
                  <a:pt x="4128057" y="5156476"/>
                </a:lnTo>
                <a:lnTo>
                  <a:pt x="5390458" y="5156476"/>
                </a:lnTo>
                <a:close/>
                <a:moveTo>
                  <a:pt x="5868638" y="4047712"/>
                </a:moveTo>
                <a:lnTo>
                  <a:pt x="5390457" y="5004076"/>
                </a:lnTo>
                <a:lnTo>
                  <a:pt x="4128056" y="5004076"/>
                </a:lnTo>
                <a:lnTo>
                  <a:pt x="3649874" y="4047712"/>
                </a:lnTo>
                <a:lnTo>
                  <a:pt x="4128056" y="3091348"/>
                </a:lnTo>
                <a:lnTo>
                  <a:pt x="5390457" y="3091348"/>
                </a:lnTo>
                <a:close/>
                <a:moveTo>
                  <a:pt x="7695814" y="956367"/>
                </a:moveTo>
                <a:lnTo>
                  <a:pt x="7217633" y="1912731"/>
                </a:lnTo>
                <a:lnTo>
                  <a:pt x="5955233" y="1912731"/>
                </a:lnTo>
                <a:lnTo>
                  <a:pt x="5955231" y="1912730"/>
                </a:lnTo>
                <a:lnTo>
                  <a:pt x="5955230" y="1912730"/>
                </a:lnTo>
                <a:lnTo>
                  <a:pt x="5955230" y="1912729"/>
                </a:lnTo>
                <a:lnTo>
                  <a:pt x="5955229" y="1912728"/>
                </a:lnTo>
                <a:lnTo>
                  <a:pt x="5838578" y="1679424"/>
                </a:lnTo>
                <a:lnTo>
                  <a:pt x="5477053" y="956367"/>
                </a:lnTo>
                <a:lnTo>
                  <a:pt x="5477053" y="956367"/>
                </a:lnTo>
                <a:lnTo>
                  <a:pt x="5477053" y="956366"/>
                </a:lnTo>
                <a:lnTo>
                  <a:pt x="5477053" y="956366"/>
                </a:lnTo>
                <a:lnTo>
                  <a:pt x="5477053" y="956365"/>
                </a:lnTo>
                <a:lnTo>
                  <a:pt x="5477053" y="956365"/>
                </a:lnTo>
                <a:lnTo>
                  <a:pt x="5477053" y="956364"/>
                </a:lnTo>
                <a:lnTo>
                  <a:pt x="5955229" y="0"/>
                </a:lnTo>
                <a:lnTo>
                  <a:pt x="7217628" y="0"/>
                </a:lnTo>
                <a:lnTo>
                  <a:pt x="7217629" y="1"/>
                </a:lnTo>
                <a:lnTo>
                  <a:pt x="7217631" y="1"/>
                </a:lnTo>
                <a:lnTo>
                  <a:pt x="7217632" y="2"/>
                </a:lnTo>
                <a:lnTo>
                  <a:pt x="7217632" y="3"/>
                </a:lnTo>
                <a:lnTo>
                  <a:pt x="7217633" y="3"/>
                </a:lnTo>
                <a:close/>
                <a:moveTo>
                  <a:pt x="7695815" y="3021494"/>
                </a:moveTo>
                <a:lnTo>
                  <a:pt x="7217633" y="3977858"/>
                </a:lnTo>
                <a:lnTo>
                  <a:pt x="7217633" y="3977858"/>
                </a:lnTo>
                <a:lnTo>
                  <a:pt x="5955233" y="3977858"/>
                </a:lnTo>
                <a:lnTo>
                  <a:pt x="5955231" y="3977858"/>
                </a:lnTo>
                <a:lnTo>
                  <a:pt x="5955230" y="3977856"/>
                </a:lnTo>
                <a:lnTo>
                  <a:pt x="5682012" y="3431409"/>
                </a:lnTo>
                <a:lnTo>
                  <a:pt x="5636517" y="3340420"/>
                </a:lnTo>
                <a:lnTo>
                  <a:pt x="5477054" y="3021494"/>
                </a:lnTo>
                <a:lnTo>
                  <a:pt x="5477054" y="3021494"/>
                </a:lnTo>
                <a:lnTo>
                  <a:pt x="5477054" y="3021493"/>
                </a:lnTo>
                <a:lnTo>
                  <a:pt x="5477054" y="3021493"/>
                </a:lnTo>
                <a:lnTo>
                  <a:pt x="5477054" y="3021492"/>
                </a:lnTo>
                <a:lnTo>
                  <a:pt x="5955230" y="2065128"/>
                </a:lnTo>
                <a:lnTo>
                  <a:pt x="7217629" y="2065128"/>
                </a:lnTo>
                <a:lnTo>
                  <a:pt x="7217631" y="2065129"/>
                </a:lnTo>
                <a:lnTo>
                  <a:pt x="7217633" y="2065129"/>
                </a:lnTo>
                <a:lnTo>
                  <a:pt x="7217633" y="2065130"/>
                </a:lnTo>
                <a:lnTo>
                  <a:pt x="7217633" y="2065130"/>
                </a:lnTo>
                <a:close/>
                <a:moveTo>
                  <a:pt x="7695817" y="5086622"/>
                </a:moveTo>
                <a:lnTo>
                  <a:pt x="7217634" y="6042986"/>
                </a:lnTo>
                <a:lnTo>
                  <a:pt x="5955234" y="6042986"/>
                </a:lnTo>
                <a:lnTo>
                  <a:pt x="5955233" y="6042984"/>
                </a:lnTo>
                <a:lnTo>
                  <a:pt x="5955230" y="6042984"/>
                </a:lnTo>
                <a:lnTo>
                  <a:pt x="5642592" y="5417696"/>
                </a:lnTo>
                <a:lnTo>
                  <a:pt x="5477055" y="5086622"/>
                </a:lnTo>
                <a:lnTo>
                  <a:pt x="5477056" y="5086621"/>
                </a:lnTo>
                <a:lnTo>
                  <a:pt x="5477055" y="5086620"/>
                </a:lnTo>
                <a:lnTo>
                  <a:pt x="5955230" y="4130256"/>
                </a:lnTo>
                <a:lnTo>
                  <a:pt x="7217631" y="4130256"/>
                </a:lnTo>
                <a:lnTo>
                  <a:pt x="7217632" y="4130258"/>
                </a:lnTo>
                <a:lnTo>
                  <a:pt x="7217634" y="4130258"/>
                </a:lnTo>
                <a:close/>
                <a:moveTo>
                  <a:pt x="9522995" y="1982589"/>
                </a:moveTo>
                <a:lnTo>
                  <a:pt x="9044813" y="2938953"/>
                </a:lnTo>
                <a:lnTo>
                  <a:pt x="7782412" y="2938953"/>
                </a:lnTo>
                <a:lnTo>
                  <a:pt x="7782412" y="2938952"/>
                </a:lnTo>
                <a:lnTo>
                  <a:pt x="7782412" y="2938952"/>
                </a:lnTo>
                <a:lnTo>
                  <a:pt x="7782411" y="2938952"/>
                </a:lnTo>
                <a:lnTo>
                  <a:pt x="7782411" y="2938951"/>
                </a:lnTo>
                <a:lnTo>
                  <a:pt x="7782410" y="2938951"/>
                </a:lnTo>
                <a:lnTo>
                  <a:pt x="7782409" y="2938948"/>
                </a:lnTo>
                <a:lnTo>
                  <a:pt x="7782408" y="2938948"/>
                </a:lnTo>
                <a:lnTo>
                  <a:pt x="7782408" y="2938948"/>
                </a:lnTo>
                <a:lnTo>
                  <a:pt x="7782408" y="2938947"/>
                </a:lnTo>
                <a:lnTo>
                  <a:pt x="7782407" y="2938947"/>
                </a:lnTo>
                <a:lnTo>
                  <a:pt x="7782407" y="2938947"/>
                </a:lnTo>
                <a:lnTo>
                  <a:pt x="7782407" y="2938946"/>
                </a:lnTo>
                <a:lnTo>
                  <a:pt x="7782406" y="2938946"/>
                </a:lnTo>
                <a:lnTo>
                  <a:pt x="7782406" y="2938945"/>
                </a:lnTo>
                <a:lnTo>
                  <a:pt x="7782404" y="2938945"/>
                </a:lnTo>
                <a:lnTo>
                  <a:pt x="7304223" y="1982581"/>
                </a:lnTo>
                <a:lnTo>
                  <a:pt x="7304222" y="1982578"/>
                </a:lnTo>
                <a:lnTo>
                  <a:pt x="7782403" y="1026214"/>
                </a:lnTo>
                <a:lnTo>
                  <a:pt x="9044808" y="1026214"/>
                </a:lnTo>
                <a:lnTo>
                  <a:pt x="9245750" y="1428099"/>
                </a:lnTo>
                <a:lnTo>
                  <a:pt x="9522995" y="1982588"/>
                </a:lnTo>
                <a:close/>
                <a:moveTo>
                  <a:pt x="9522997" y="4047716"/>
                </a:moveTo>
                <a:lnTo>
                  <a:pt x="9044815" y="5004080"/>
                </a:lnTo>
                <a:lnTo>
                  <a:pt x="7782413" y="5004080"/>
                </a:lnTo>
                <a:lnTo>
                  <a:pt x="7782412" y="5004078"/>
                </a:lnTo>
                <a:lnTo>
                  <a:pt x="7782411" y="5004078"/>
                </a:lnTo>
                <a:lnTo>
                  <a:pt x="7782410" y="5004076"/>
                </a:lnTo>
                <a:lnTo>
                  <a:pt x="7782409" y="5004076"/>
                </a:lnTo>
                <a:lnTo>
                  <a:pt x="7782408" y="5004074"/>
                </a:lnTo>
                <a:lnTo>
                  <a:pt x="7782407" y="5004074"/>
                </a:lnTo>
                <a:lnTo>
                  <a:pt x="7782406" y="5004072"/>
                </a:lnTo>
                <a:lnTo>
                  <a:pt x="7782404" y="5004072"/>
                </a:lnTo>
                <a:lnTo>
                  <a:pt x="7304223" y="4047708"/>
                </a:lnTo>
                <a:lnTo>
                  <a:pt x="7304223" y="4047706"/>
                </a:lnTo>
                <a:lnTo>
                  <a:pt x="7782404" y="3091342"/>
                </a:lnTo>
                <a:lnTo>
                  <a:pt x="9044810" y="3091342"/>
                </a:lnTo>
                <a:lnTo>
                  <a:pt x="9044813" y="3091349"/>
                </a:lnTo>
                <a:lnTo>
                  <a:pt x="9044814" y="3091350"/>
                </a:lnTo>
                <a:lnTo>
                  <a:pt x="9044814" y="3091350"/>
                </a:lnTo>
                <a:lnTo>
                  <a:pt x="9522996" y="4047714"/>
                </a:lnTo>
                <a:lnTo>
                  <a:pt x="9522996" y="4047715"/>
                </a:lnTo>
                <a:close/>
                <a:moveTo>
                  <a:pt x="9522997" y="6112842"/>
                </a:moveTo>
                <a:lnTo>
                  <a:pt x="9044815" y="7069206"/>
                </a:lnTo>
                <a:lnTo>
                  <a:pt x="7782414" y="7069206"/>
                </a:lnTo>
                <a:lnTo>
                  <a:pt x="7782413" y="7069204"/>
                </a:lnTo>
                <a:lnTo>
                  <a:pt x="7782411" y="7069204"/>
                </a:lnTo>
                <a:lnTo>
                  <a:pt x="7782410" y="7069204"/>
                </a:lnTo>
                <a:lnTo>
                  <a:pt x="7782410" y="7069202"/>
                </a:lnTo>
                <a:lnTo>
                  <a:pt x="7782409" y="7069202"/>
                </a:lnTo>
                <a:lnTo>
                  <a:pt x="7782408" y="7069200"/>
                </a:lnTo>
                <a:lnTo>
                  <a:pt x="7782407" y="7069200"/>
                </a:lnTo>
                <a:lnTo>
                  <a:pt x="7782406" y="7069200"/>
                </a:lnTo>
                <a:lnTo>
                  <a:pt x="7304224" y="6112836"/>
                </a:lnTo>
                <a:lnTo>
                  <a:pt x="7782406" y="5156472"/>
                </a:lnTo>
                <a:lnTo>
                  <a:pt x="7782407" y="5156472"/>
                </a:lnTo>
                <a:lnTo>
                  <a:pt x="9044811" y="5156472"/>
                </a:lnTo>
                <a:lnTo>
                  <a:pt x="9044811" y="5156472"/>
                </a:lnTo>
                <a:lnTo>
                  <a:pt x="9044812" y="5156474"/>
                </a:lnTo>
                <a:lnTo>
                  <a:pt x="9044813" y="5156474"/>
                </a:lnTo>
                <a:lnTo>
                  <a:pt x="9044814" y="5156476"/>
                </a:lnTo>
                <a:lnTo>
                  <a:pt x="9044814" y="5156476"/>
                </a:lnTo>
                <a:lnTo>
                  <a:pt x="9044815" y="5156478"/>
                </a:lnTo>
                <a:lnTo>
                  <a:pt x="9044815" y="5156478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C1A27E-220A-4493-B026-206DF62A75A9}"/>
              </a:ext>
            </a:extLst>
          </p:cNvPr>
          <p:cNvSpPr txBox="1"/>
          <p:nvPr/>
        </p:nvSpPr>
        <p:spPr>
          <a:xfrm>
            <a:off x="800100" y="16764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Boosting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CD0C5B-0883-48F7-9B59-5BC2723B0952}"/>
              </a:ext>
            </a:extLst>
          </p:cNvPr>
          <p:cNvSpPr txBox="1"/>
          <p:nvPr/>
        </p:nvSpPr>
        <p:spPr>
          <a:xfrm>
            <a:off x="1209675" y="2522786"/>
            <a:ext cx="3067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Lucida Handwriting" panose="03010101010101010101" pitchFamily="66" charset="0"/>
              </a:rPr>
              <a:t>Ensemble</a:t>
            </a:r>
          </a:p>
        </p:txBody>
      </p:sp>
    </p:spTree>
    <p:extLst>
      <p:ext uri="{BB962C8B-B14F-4D97-AF65-F5344CB8AC3E}">
        <p14:creationId xmlns:p14="http://schemas.microsoft.com/office/powerpoint/2010/main" val="117329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4E33188-BE78-4AD9-A2A6-B560CAB64C61}"/>
              </a:ext>
            </a:extLst>
          </p:cNvPr>
          <p:cNvSpPr/>
          <p:nvPr/>
        </p:nvSpPr>
        <p:spPr>
          <a:xfrm rot="16200000">
            <a:off x="4869106" y="-3534603"/>
            <a:ext cx="9522997" cy="7069206"/>
          </a:xfrm>
          <a:custGeom>
            <a:avLst/>
            <a:gdLst>
              <a:gd name="connsiteX0" fmla="*/ 2218765 w 9522997"/>
              <a:gd name="connsiteY0" fmla="*/ 1982580 h 7069206"/>
              <a:gd name="connsiteX1" fmla="*/ 1740583 w 9522997"/>
              <a:gd name="connsiteY1" fmla="*/ 2938944 h 7069206"/>
              <a:gd name="connsiteX2" fmla="*/ 478183 w 9522997"/>
              <a:gd name="connsiteY2" fmla="*/ 2938944 h 7069206"/>
              <a:gd name="connsiteX3" fmla="*/ 0 w 9522997"/>
              <a:gd name="connsiteY3" fmla="*/ 1982580 h 7069206"/>
              <a:gd name="connsiteX4" fmla="*/ 478183 w 9522997"/>
              <a:gd name="connsiteY4" fmla="*/ 1026216 h 7069206"/>
              <a:gd name="connsiteX5" fmla="*/ 1740583 w 9522997"/>
              <a:gd name="connsiteY5" fmla="*/ 1026216 h 7069206"/>
              <a:gd name="connsiteX6" fmla="*/ 2218766 w 9522997"/>
              <a:gd name="connsiteY6" fmla="*/ 4047706 h 7069206"/>
              <a:gd name="connsiteX7" fmla="*/ 1740584 w 9522997"/>
              <a:gd name="connsiteY7" fmla="*/ 5004070 h 7069206"/>
              <a:gd name="connsiteX8" fmla="*/ 478183 w 9522997"/>
              <a:gd name="connsiteY8" fmla="*/ 5004070 h 7069206"/>
              <a:gd name="connsiteX9" fmla="*/ 0 w 9522997"/>
              <a:gd name="connsiteY9" fmla="*/ 4047706 h 7069206"/>
              <a:gd name="connsiteX10" fmla="*/ 478183 w 9522997"/>
              <a:gd name="connsiteY10" fmla="*/ 3091342 h 7069206"/>
              <a:gd name="connsiteX11" fmla="*/ 1740584 w 9522997"/>
              <a:gd name="connsiteY11" fmla="*/ 3091342 h 7069206"/>
              <a:gd name="connsiteX12" fmla="*/ 2218767 w 9522997"/>
              <a:gd name="connsiteY12" fmla="*/ 6112832 h 7069206"/>
              <a:gd name="connsiteX13" fmla="*/ 1740585 w 9522997"/>
              <a:gd name="connsiteY13" fmla="*/ 7069196 h 7069206"/>
              <a:gd name="connsiteX14" fmla="*/ 478185 w 9522997"/>
              <a:gd name="connsiteY14" fmla="*/ 7069196 h 7069206"/>
              <a:gd name="connsiteX15" fmla="*/ 3 w 9522997"/>
              <a:gd name="connsiteY15" fmla="*/ 6112832 h 7069206"/>
              <a:gd name="connsiteX16" fmla="*/ 478185 w 9522997"/>
              <a:gd name="connsiteY16" fmla="*/ 5156468 h 7069206"/>
              <a:gd name="connsiteX17" fmla="*/ 1740585 w 9522997"/>
              <a:gd name="connsiteY17" fmla="*/ 5156468 h 7069206"/>
              <a:gd name="connsiteX18" fmla="*/ 4041460 w 9522997"/>
              <a:gd name="connsiteY18" fmla="*/ 956366 h 7069206"/>
              <a:gd name="connsiteX19" fmla="*/ 3563278 w 9522997"/>
              <a:gd name="connsiteY19" fmla="*/ 1912730 h 7069206"/>
              <a:gd name="connsiteX20" fmla="*/ 2300877 w 9522997"/>
              <a:gd name="connsiteY20" fmla="*/ 1912730 h 7069206"/>
              <a:gd name="connsiteX21" fmla="*/ 1822695 w 9522997"/>
              <a:gd name="connsiteY21" fmla="*/ 956366 h 7069206"/>
              <a:gd name="connsiteX22" fmla="*/ 2300877 w 9522997"/>
              <a:gd name="connsiteY22" fmla="*/ 2 h 7069206"/>
              <a:gd name="connsiteX23" fmla="*/ 3563278 w 9522997"/>
              <a:gd name="connsiteY23" fmla="*/ 2 h 7069206"/>
              <a:gd name="connsiteX24" fmla="*/ 4041461 w 9522997"/>
              <a:gd name="connsiteY24" fmla="*/ 3021493 h 7069206"/>
              <a:gd name="connsiteX25" fmla="*/ 3563279 w 9522997"/>
              <a:gd name="connsiteY25" fmla="*/ 3977858 h 7069206"/>
              <a:gd name="connsiteX26" fmla="*/ 2300878 w 9522997"/>
              <a:gd name="connsiteY26" fmla="*/ 3977858 h 7069206"/>
              <a:gd name="connsiteX27" fmla="*/ 1822696 w 9522997"/>
              <a:gd name="connsiteY27" fmla="*/ 3021493 h 7069206"/>
              <a:gd name="connsiteX28" fmla="*/ 2300878 w 9522997"/>
              <a:gd name="connsiteY28" fmla="*/ 2065129 h 7069206"/>
              <a:gd name="connsiteX29" fmla="*/ 3563279 w 9522997"/>
              <a:gd name="connsiteY29" fmla="*/ 2065129 h 7069206"/>
              <a:gd name="connsiteX30" fmla="*/ 4041462 w 9522997"/>
              <a:gd name="connsiteY30" fmla="*/ 5086620 h 7069206"/>
              <a:gd name="connsiteX31" fmla="*/ 3563280 w 9522997"/>
              <a:gd name="connsiteY31" fmla="*/ 6042984 h 7069206"/>
              <a:gd name="connsiteX32" fmla="*/ 2300879 w 9522997"/>
              <a:gd name="connsiteY32" fmla="*/ 6042984 h 7069206"/>
              <a:gd name="connsiteX33" fmla="*/ 1822697 w 9522997"/>
              <a:gd name="connsiteY33" fmla="*/ 5086620 h 7069206"/>
              <a:gd name="connsiteX34" fmla="*/ 2300879 w 9522997"/>
              <a:gd name="connsiteY34" fmla="*/ 4130256 h 7069206"/>
              <a:gd name="connsiteX35" fmla="*/ 3563280 w 9522997"/>
              <a:gd name="connsiteY35" fmla="*/ 4130256 h 7069206"/>
              <a:gd name="connsiteX36" fmla="*/ 5868637 w 9522997"/>
              <a:gd name="connsiteY36" fmla="*/ 1982585 h 7069206"/>
              <a:gd name="connsiteX37" fmla="*/ 5390456 w 9522997"/>
              <a:gd name="connsiteY37" fmla="*/ 2938949 h 7069206"/>
              <a:gd name="connsiteX38" fmla="*/ 4128055 w 9522997"/>
              <a:gd name="connsiteY38" fmla="*/ 2938949 h 7069206"/>
              <a:gd name="connsiteX39" fmla="*/ 3649873 w 9522997"/>
              <a:gd name="connsiteY39" fmla="*/ 1982585 h 7069206"/>
              <a:gd name="connsiteX40" fmla="*/ 4128055 w 9522997"/>
              <a:gd name="connsiteY40" fmla="*/ 1026221 h 7069206"/>
              <a:gd name="connsiteX41" fmla="*/ 5390456 w 9522997"/>
              <a:gd name="connsiteY41" fmla="*/ 1026221 h 7069206"/>
              <a:gd name="connsiteX42" fmla="*/ 5868638 w 9522997"/>
              <a:gd name="connsiteY42" fmla="*/ 6112840 h 7069206"/>
              <a:gd name="connsiteX43" fmla="*/ 5390458 w 9522997"/>
              <a:gd name="connsiteY43" fmla="*/ 7069204 h 7069206"/>
              <a:gd name="connsiteX44" fmla="*/ 4128057 w 9522997"/>
              <a:gd name="connsiteY44" fmla="*/ 7069204 h 7069206"/>
              <a:gd name="connsiteX45" fmla="*/ 3649875 w 9522997"/>
              <a:gd name="connsiteY45" fmla="*/ 6112840 h 7069206"/>
              <a:gd name="connsiteX46" fmla="*/ 4128057 w 9522997"/>
              <a:gd name="connsiteY46" fmla="*/ 5156476 h 7069206"/>
              <a:gd name="connsiteX47" fmla="*/ 5390458 w 9522997"/>
              <a:gd name="connsiteY47" fmla="*/ 5156476 h 7069206"/>
              <a:gd name="connsiteX48" fmla="*/ 5868638 w 9522997"/>
              <a:gd name="connsiteY48" fmla="*/ 4047712 h 7069206"/>
              <a:gd name="connsiteX49" fmla="*/ 5390457 w 9522997"/>
              <a:gd name="connsiteY49" fmla="*/ 5004076 h 7069206"/>
              <a:gd name="connsiteX50" fmla="*/ 4128056 w 9522997"/>
              <a:gd name="connsiteY50" fmla="*/ 5004076 h 7069206"/>
              <a:gd name="connsiteX51" fmla="*/ 3649874 w 9522997"/>
              <a:gd name="connsiteY51" fmla="*/ 4047712 h 7069206"/>
              <a:gd name="connsiteX52" fmla="*/ 4128056 w 9522997"/>
              <a:gd name="connsiteY52" fmla="*/ 3091348 h 7069206"/>
              <a:gd name="connsiteX53" fmla="*/ 5390457 w 9522997"/>
              <a:gd name="connsiteY53" fmla="*/ 3091348 h 7069206"/>
              <a:gd name="connsiteX54" fmla="*/ 7695814 w 9522997"/>
              <a:gd name="connsiteY54" fmla="*/ 956367 h 7069206"/>
              <a:gd name="connsiteX55" fmla="*/ 7217633 w 9522997"/>
              <a:gd name="connsiteY55" fmla="*/ 1912731 h 7069206"/>
              <a:gd name="connsiteX56" fmla="*/ 5955233 w 9522997"/>
              <a:gd name="connsiteY56" fmla="*/ 1912731 h 7069206"/>
              <a:gd name="connsiteX57" fmla="*/ 5955231 w 9522997"/>
              <a:gd name="connsiteY57" fmla="*/ 1912730 h 7069206"/>
              <a:gd name="connsiteX58" fmla="*/ 5955230 w 9522997"/>
              <a:gd name="connsiteY58" fmla="*/ 1912730 h 7069206"/>
              <a:gd name="connsiteX59" fmla="*/ 5955230 w 9522997"/>
              <a:gd name="connsiteY59" fmla="*/ 1912729 h 7069206"/>
              <a:gd name="connsiteX60" fmla="*/ 5955229 w 9522997"/>
              <a:gd name="connsiteY60" fmla="*/ 1912728 h 7069206"/>
              <a:gd name="connsiteX61" fmla="*/ 5838578 w 9522997"/>
              <a:gd name="connsiteY61" fmla="*/ 1679424 h 7069206"/>
              <a:gd name="connsiteX62" fmla="*/ 5477053 w 9522997"/>
              <a:gd name="connsiteY62" fmla="*/ 956367 h 7069206"/>
              <a:gd name="connsiteX63" fmla="*/ 5477053 w 9522997"/>
              <a:gd name="connsiteY63" fmla="*/ 956367 h 7069206"/>
              <a:gd name="connsiteX64" fmla="*/ 5477053 w 9522997"/>
              <a:gd name="connsiteY64" fmla="*/ 956366 h 7069206"/>
              <a:gd name="connsiteX65" fmla="*/ 5477053 w 9522997"/>
              <a:gd name="connsiteY65" fmla="*/ 956366 h 7069206"/>
              <a:gd name="connsiteX66" fmla="*/ 5477053 w 9522997"/>
              <a:gd name="connsiteY66" fmla="*/ 956365 h 7069206"/>
              <a:gd name="connsiteX67" fmla="*/ 5477053 w 9522997"/>
              <a:gd name="connsiteY67" fmla="*/ 956365 h 7069206"/>
              <a:gd name="connsiteX68" fmla="*/ 5477053 w 9522997"/>
              <a:gd name="connsiteY68" fmla="*/ 956364 h 7069206"/>
              <a:gd name="connsiteX69" fmla="*/ 5955229 w 9522997"/>
              <a:gd name="connsiteY69" fmla="*/ 0 h 7069206"/>
              <a:gd name="connsiteX70" fmla="*/ 7217628 w 9522997"/>
              <a:gd name="connsiteY70" fmla="*/ 0 h 7069206"/>
              <a:gd name="connsiteX71" fmla="*/ 7217629 w 9522997"/>
              <a:gd name="connsiteY71" fmla="*/ 1 h 7069206"/>
              <a:gd name="connsiteX72" fmla="*/ 7217631 w 9522997"/>
              <a:gd name="connsiteY72" fmla="*/ 1 h 7069206"/>
              <a:gd name="connsiteX73" fmla="*/ 7217632 w 9522997"/>
              <a:gd name="connsiteY73" fmla="*/ 2 h 7069206"/>
              <a:gd name="connsiteX74" fmla="*/ 7217632 w 9522997"/>
              <a:gd name="connsiteY74" fmla="*/ 3 h 7069206"/>
              <a:gd name="connsiteX75" fmla="*/ 7217633 w 9522997"/>
              <a:gd name="connsiteY75" fmla="*/ 3 h 7069206"/>
              <a:gd name="connsiteX76" fmla="*/ 7695815 w 9522997"/>
              <a:gd name="connsiteY76" fmla="*/ 3021494 h 7069206"/>
              <a:gd name="connsiteX77" fmla="*/ 7217633 w 9522997"/>
              <a:gd name="connsiteY77" fmla="*/ 3977858 h 7069206"/>
              <a:gd name="connsiteX78" fmla="*/ 7217633 w 9522997"/>
              <a:gd name="connsiteY78" fmla="*/ 3977858 h 7069206"/>
              <a:gd name="connsiteX79" fmla="*/ 5955233 w 9522997"/>
              <a:gd name="connsiteY79" fmla="*/ 3977858 h 7069206"/>
              <a:gd name="connsiteX80" fmla="*/ 5955231 w 9522997"/>
              <a:gd name="connsiteY80" fmla="*/ 3977858 h 7069206"/>
              <a:gd name="connsiteX81" fmla="*/ 5955230 w 9522997"/>
              <a:gd name="connsiteY81" fmla="*/ 3977856 h 7069206"/>
              <a:gd name="connsiteX82" fmla="*/ 5682012 w 9522997"/>
              <a:gd name="connsiteY82" fmla="*/ 3431409 h 7069206"/>
              <a:gd name="connsiteX83" fmla="*/ 5636517 w 9522997"/>
              <a:gd name="connsiteY83" fmla="*/ 3340420 h 7069206"/>
              <a:gd name="connsiteX84" fmla="*/ 5477054 w 9522997"/>
              <a:gd name="connsiteY84" fmla="*/ 3021494 h 7069206"/>
              <a:gd name="connsiteX85" fmla="*/ 5477054 w 9522997"/>
              <a:gd name="connsiteY85" fmla="*/ 3021494 h 7069206"/>
              <a:gd name="connsiteX86" fmla="*/ 5477054 w 9522997"/>
              <a:gd name="connsiteY86" fmla="*/ 3021493 h 7069206"/>
              <a:gd name="connsiteX87" fmla="*/ 5477054 w 9522997"/>
              <a:gd name="connsiteY87" fmla="*/ 3021493 h 7069206"/>
              <a:gd name="connsiteX88" fmla="*/ 5477054 w 9522997"/>
              <a:gd name="connsiteY88" fmla="*/ 3021492 h 7069206"/>
              <a:gd name="connsiteX89" fmla="*/ 5955230 w 9522997"/>
              <a:gd name="connsiteY89" fmla="*/ 2065128 h 7069206"/>
              <a:gd name="connsiteX90" fmla="*/ 7217629 w 9522997"/>
              <a:gd name="connsiteY90" fmla="*/ 2065128 h 7069206"/>
              <a:gd name="connsiteX91" fmla="*/ 7217631 w 9522997"/>
              <a:gd name="connsiteY91" fmla="*/ 2065129 h 7069206"/>
              <a:gd name="connsiteX92" fmla="*/ 7217633 w 9522997"/>
              <a:gd name="connsiteY92" fmla="*/ 2065129 h 7069206"/>
              <a:gd name="connsiteX93" fmla="*/ 7217633 w 9522997"/>
              <a:gd name="connsiteY93" fmla="*/ 2065130 h 7069206"/>
              <a:gd name="connsiteX94" fmla="*/ 7217633 w 9522997"/>
              <a:gd name="connsiteY94" fmla="*/ 2065130 h 7069206"/>
              <a:gd name="connsiteX95" fmla="*/ 7695817 w 9522997"/>
              <a:gd name="connsiteY95" fmla="*/ 5086622 h 7069206"/>
              <a:gd name="connsiteX96" fmla="*/ 7217634 w 9522997"/>
              <a:gd name="connsiteY96" fmla="*/ 6042986 h 7069206"/>
              <a:gd name="connsiteX97" fmla="*/ 5955234 w 9522997"/>
              <a:gd name="connsiteY97" fmla="*/ 6042986 h 7069206"/>
              <a:gd name="connsiteX98" fmla="*/ 5955233 w 9522997"/>
              <a:gd name="connsiteY98" fmla="*/ 6042984 h 7069206"/>
              <a:gd name="connsiteX99" fmla="*/ 5955230 w 9522997"/>
              <a:gd name="connsiteY99" fmla="*/ 6042984 h 7069206"/>
              <a:gd name="connsiteX100" fmla="*/ 5642592 w 9522997"/>
              <a:gd name="connsiteY100" fmla="*/ 5417696 h 7069206"/>
              <a:gd name="connsiteX101" fmla="*/ 5477055 w 9522997"/>
              <a:gd name="connsiteY101" fmla="*/ 5086622 h 7069206"/>
              <a:gd name="connsiteX102" fmla="*/ 5477056 w 9522997"/>
              <a:gd name="connsiteY102" fmla="*/ 5086621 h 7069206"/>
              <a:gd name="connsiteX103" fmla="*/ 5477055 w 9522997"/>
              <a:gd name="connsiteY103" fmla="*/ 5086620 h 7069206"/>
              <a:gd name="connsiteX104" fmla="*/ 5955230 w 9522997"/>
              <a:gd name="connsiteY104" fmla="*/ 4130256 h 7069206"/>
              <a:gd name="connsiteX105" fmla="*/ 7217631 w 9522997"/>
              <a:gd name="connsiteY105" fmla="*/ 4130256 h 7069206"/>
              <a:gd name="connsiteX106" fmla="*/ 7217632 w 9522997"/>
              <a:gd name="connsiteY106" fmla="*/ 4130258 h 7069206"/>
              <a:gd name="connsiteX107" fmla="*/ 7217634 w 9522997"/>
              <a:gd name="connsiteY107" fmla="*/ 4130258 h 7069206"/>
              <a:gd name="connsiteX108" fmla="*/ 9522995 w 9522997"/>
              <a:gd name="connsiteY108" fmla="*/ 1982589 h 7069206"/>
              <a:gd name="connsiteX109" fmla="*/ 9044813 w 9522997"/>
              <a:gd name="connsiteY109" fmla="*/ 2938953 h 7069206"/>
              <a:gd name="connsiteX110" fmla="*/ 7782412 w 9522997"/>
              <a:gd name="connsiteY110" fmla="*/ 2938953 h 7069206"/>
              <a:gd name="connsiteX111" fmla="*/ 7782412 w 9522997"/>
              <a:gd name="connsiteY111" fmla="*/ 2938952 h 7069206"/>
              <a:gd name="connsiteX112" fmla="*/ 7782412 w 9522997"/>
              <a:gd name="connsiteY112" fmla="*/ 2938952 h 7069206"/>
              <a:gd name="connsiteX113" fmla="*/ 7782411 w 9522997"/>
              <a:gd name="connsiteY113" fmla="*/ 2938952 h 7069206"/>
              <a:gd name="connsiteX114" fmla="*/ 7782411 w 9522997"/>
              <a:gd name="connsiteY114" fmla="*/ 2938951 h 7069206"/>
              <a:gd name="connsiteX115" fmla="*/ 7782410 w 9522997"/>
              <a:gd name="connsiteY115" fmla="*/ 2938951 h 7069206"/>
              <a:gd name="connsiteX116" fmla="*/ 7782409 w 9522997"/>
              <a:gd name="connsiteY116" fmla="*/ 2938948 h 7069206"/>
              <a:gd name="connsiteX117" fmla="*/ 7782408 w 9522997"/>
              <a:gd name="connsiteY117" fmla="*/ 2938948 h 7069206"/>
              <a:gd name="connsiteX118" fmla="*/ 7782408 w 9522997"/>
              <a:gd name="connsiteY118" fmla="*/ 2938948 h 7069206"/>
              <a:gd name="connsiteX119" fmla="*/ 7782408 w 9522997"/>
              <a:gd name="connsiteY119" fmla="*/ 2938947 h 7069206"/>
              <a:gd name="connsiteX120" fmla="*/ 7782407 w 9522997"/>
              <a:gd name="connsiteY120" fmla="*/ 2938947 h 7069206"/>
              <a:gd name="connsiteX121" fmla="*/ 7782407 w 9522997"/>
              <a:gd name="connsiteY121" fmla="*/ 2938947 h 7069206"/>
              <a:gd name="connsiteX122" fmla="*/ 7782407 w 9522997"/>
              <a:gd name="connsiteY122" fmla="*/ 2938946 h 7069206"/>
              <a:gd name="connsiteX123" fmla="*/ 7782406 w 9522997"/>
              <a:gd name="connsiteY123" fmla="*/ 2938946 h 7069206"/>
              <a:gd name="connsiteX124" fmla="*/ 7782406 w 9522997"/>
              <a:gd name="connsiteY124" fmla="*/ 2938945 h 7069206"/>
              <a:gd name="connsiteX125" fmla="*/ 7782404 w 9522997"/>
              <a:gd name="connsiteY125" fmla="*/ 2938945 h 7069206"/>
              <a:gd name="connsiteX126" fmla="*/ 7304223 w 9522997"/>
              <a:gd name="connsiteY126" fmla="*/ 1982581 h 7069206"/>
              <a:gd name="connsiteX127" fmla="*/ 7304222 w 9522997"/>
              <a:gd name="connsiteY127" fmla="*/ 1982578 h 7069206"/>
              <a:gd name="connsiteX128" fmla="*/ 7782403 w 9522997"/>
              <a:gd name="connsiteY128" fmla="*/ 1026214 h 7069206"/>
              <a:gd name="connsiteX129" fmla="*/ 9044808 w 9522997"/>
              <a:gd name="connsiteY129" fmla="*/ 1026214 h 7069206"/>
              <a:gd name="connsiteX130" fmla="*/ 9245750 w 9522997"/>
              <a:gd name="connsiteY130" fmla="*/ 1428099 h 7069206"/>
              <a:gd name="connsiteX131" fmla="*/ 9522995 w 9522997"/>
              <a:gd name="connsiteY131" fmla="*/ 1982588 h 7069206"/>
              <a:gd name="connsiteX132" fmla="*/ 9522997 w 9522997"/>
              <a:gd name="connsiteY132" fmla="*/ 4047716 h 7069206"/>
              <a:gd name="connsiteX133" fmla="*/ 9044815 w 9522997"/>
              <a:gd name="connsiteY133" fmla="*/ 5004080 h 7069206"/>
              <a:gd name="connsiteX134" fmla="*/ 7782413 w 9522997"/>
              <a:gd name="connsiteY134" fmla="*/ 5004080 h 7069206"/>
              <a:gd name="connsiteX135" fmla="*/ 7782412 w 9522997"/>
              <a:gd name="connsiteY135" fmla="*/ 5004078 h 7069206"/>
              <a:gd name="connsiteX136" fmla="*/ 7782411 w 9522997"/>
              <a:gd name="connsiteY136" fmla="*/ 5004078 h 7069206"/>
              <a:gd name="connsiteX137" fmla="*/ 7782410 w 9522997"/>
              <a:gd name="connsiteY137" fmla="*/ 5004076 h 7069206"/>
              <a:gd name="connsiteX138" fmla="*/ 7782409 w 9522997"/>
              <a:gd name="connsiteY138" fmla="*/ 5004076 h 7069206"/>
              <a:gd name="connsiteX139" fmla="*/ 7782408 w 9522997"/>
              <a:gd name="connsiteY139" fmla="*/ 5004074 h 7069206"/>
              <a:gd name="connsiteX140" fmla="*/ 7782407 w 9522997"/>
              <a:gd name="connsiteY140" fmla="*/ 5004074 h 7069206"/>
              <a:gd name="connsiteX141" fmla="*/ 7782406 w 9522997"/>
              <a:gd name="connsiteY141" fmla="*/ 5004072 h 7069206"/>
              <a:gd name="connsiteX142" fmla="*/ 7782404 w 9522997"/>
              <a:gd name="connsiteY142" fmla="*/ 5004072 h 7069206"/>
              <a:gd name="connsiteX143" fmla="*/ 7304223 w 9522997"/>
              <a:gd name="connsiteY143" fmla="*/ 4047708 h 7069206"/>
              <a:gd name="connsiteX144" fmla="*/ 7304223 w 9522997"/>
              <a:gd name="connsiteY144" fmla="*/ 4047706 h 7069206"/>
              <a:gd name="connsiteX145" fmla="*/ 7782404 w 9522997"/>
              <a:gd name="connsiteY145" fmla="*/ 3091342 h 7069206"/>
              <a:gd name="connsiteX146" fmla="*/ 9044810 w 9522997"/>
              <a:gd name="connsiteY146" fmla="*/ 3091342 h 7069206"/>
              <a:gd name="connsiteX147" fmla="*/ 9044813 w 9522997"/>
              <a:gd name="connsiteY147" fmla="*/ 3091349 h 7069206"/>
              <a:gd name="connsiteX148" fmla="*/ 9044814 w 9522997"/>
              <a:gd name="connsiteY148" fmla="*/ 3091350 h 7069206"/>
              <a:gd name="connsiteX149" fmla="*/ 9044814 w 9522997"/>
              <a:gd name="connsiteY149" fmla="*/ 3091350 h 7069206"/>
              <a:gd name="connsiteX150" fmla="*/ 9522996 w 9522997"/>
              <a:gd name="connsiteY150" fmla="*/ 4047714 h 7069206"/>
              <a:gd name="connsiteX151" fmla="*/ 9522996 w 9522997"/>
              <a:gd name="connsiteY151" fmla="*/ 4047715 h 7069206"/>
              <a:gd name="connsiteX152" fmla="*/ 9522997 w 9522997"/>
              <a:gd name="connsiteY152" fmla="*/ 6112842 h 7069206"/>
              <a:gd name="connsiteX153" fmla="*/ 9044815 w 9522997"/>
              <a:gd name="connsiteY153" fmla="*/ 7069206 h 7069206"/>
              <a:gd name="connsiteX154" fmla="*/ 7782414 w 9522997"/>
              <a:gd name="connsiteY154" fmla="*/ 7069206 h 7069206"/>
              <a:gd name="connsiteX155" fmla="*/ 7782413 w 9522997"/>
              <a:gd name="connsiteY155" fmla="*/ 7069204 h 7069206"/>
              <a:gd name="connsiteX156" fmla="*/ 7782411 w 9522997"/>
              <a:gd name="connsiteY156" fmla="*/ 7069204 h 7069206"/>
              <a:gd name="connsiteX157" fmla="*/ 7782410 w 9522997"/>
              <a:gd name="connsiteY157" fmla="*/ 7069204 h 7069206"/>
              <a:gd name="connsiteX158" fmla="*/ 7782410 w 9522997"/>
              <a:gd name="connsiteY158" fmla="*/ 7069202 h 7069206"/>
              <a:gd name="connsiteX159" fmla="*/ 7782409 w 9522997"/>
              <a:gd name="connsiteY159" fmla="*/ 7069202 h 7069206"/>
              <a:gd name="connsiteX160" fmla="*/ 7782408 w 9522997"/>
              <a:gd name="connsiteY160" fmla="*/ 7069200 h 7069206"/>
              <a:gd name="connsiteX161" fmla="*/ 7782407 w 9522997"/>
              <a:gd name="connsiteY161" fmla="*/ 7069200 h 7069206"/>
              <a:gd name="connsiteX162" fmla="*/ 7782406 w 9522997"/>
              <a:gd name="connsiteY162" fmla="*/ 7069200 h 7069206"/>
              <a:gd name="connsiteX163" fmla="*/ 7304224 w 9522997"/>
              <a:gd name="connsiteY163" fmla="*/ 6112836 h 7069206"/>
              <a:gd name="connsiteX164" fmla="*/ 7782406 w 9522997"/>
              <a:gd name="connsiteY164" fmla="*/ 5156472 h 7069206"/>
              <a:gd name="connsiteX165" fmla="*/ 7782407 w 9522997"/>
              <a:gd name="connsiteY165" fmla="*/ 5156472 h 7069206"/>
              <a:gd name="connsiteX166" fmla="*/ 9044811 w 9522997"/>
              <a:gd name="connsiteY166" fmla="*/ 5156472 h 7069206"/>
              <a:gd name="connsiteX167" fmla="*/ 9044811 w 9522997"/>
              <a:gd name="connsiteY167" fmla="*/ 5156472 h 7069206"/>
              <a:gd name="connsiteX168" fmla="*/ 9044812 w 9522997"/>
              <a:gd name="connsiteY168" fmla="*/ 5156474 h 7069206"/>
              <a:gd name="connsiteX169" fmla="*/ 9044813 w 9522997"/>
              <a:gd name="connsiteY169" fmla="*/ 5156474 h 7069206"/>
              <a:gd name="connsiteX170" fmla="*/ 9044814 w 9522997"/>
              <a:gd name="connsiteY170" fmla="*/ 5156476 h 7069206"/>
              <a:gd name="connsiteX171" fmla="*/ 9044814 w 9522997"/>
              <a:gd name="connsiteY171" fmla="*/ 5156476 h 7069206"/>
              <a:gd name="connsiteX172" fmla="*/ 9044815 w 9522997"/>
              <a:gd name="connsiteY172" fmla="*/ 5156478 h 7069206"/>
              <a:gd name="connsiteX173" fmla="*/ 9044815 w 9522997"/>
              <a:gd name="connsiteY173" fmla="*/ 5156478 h 706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9522997" h="7069206">
                <a:moveTo>
                  <a:pt x="2218765" y="1982580"/>
                </a:moveTo>
                <a:lnTo>
                  <a:pt x="1740583" y="2938944"/>
                </a:lnTo>
                <a:lnTo>
                  <a:pt x="478183" y="2938944"/>
                </a:lnTo>
                <a:lnTo>
                  <a:pt x="0" y="1982580"/>
                </a:lnTo>
                <a:lnTo>
                  <a:pt x="478183" y="1026216"/>
                </a:lnTo>
                <a:lnTo>
                  <a:pt x="1740583" y="1026216"/>
                </a:lnTo>
                <a:close/>
                <a:moveTo>
                  <a:pt x="2218766" y="4047706"/>
                </a:moveTo>
                <a:lnTo>
                  <a:pt x="1740584" y="5004070"/>
                </a:lnTo>
                <a:lnTo>
                  <a:pt x="478183" y="5004070"/>
                </a:lnTo>
                <a:lnTo>
                  <a:pt x="0" y="4047706"/>
                </a:lnTo>
                <a:lnTo>
                  <a:pt x="478183" y="3091342"/>
                </a:lnTo>
                <a:lnTo>
                  <a:pt x="1740584" y="3091342"/>
                </a:lnTo>
                <a:close/>
                <a:moveTo>
                  <a:pt x="2218767" y="6112832"/>
                </a:moveTo>
                <a:lnTo>
                  <a:pt x="1740585" y="7069196"/>
                </a:lnTo>
                <a:lnTo>
                  <a:pt x="478185" y="7069196"/>
                </a:lnTo>
                <a:lnTo>
                  <a:pt x="3" y="6112832"/>
                </a:lnTo>
                <a:lnTo>
                  <a:pt x="478185" y="5156468"/>
                </a:lnTo>
                <a:lnTo>
                  <a:pt x="1740585" y="5156468"/>
                </a:lnTo>
                <a:close/>
                <a:moveTo>
                  <a:pt x="4041460" y="956366"/>
                </a:moveTo>
                <a:lnTo>
                  <a:pt x="3563278" y="1912730"/>
                </a:lnTo>
                <a:lnTo>
                  <a:pt x="2300877" y="1912730"/>
                </a:lnTo>
                <a:lnTo>
                  <a:pt x="1822695" y="956366"/>
                </a:lnTo>
                <a:lnTo>
                  <a:pt x="2300877" y="2"/>
                </a:lnTo>
                <a:lnTo>
                  <a:pt x="3563278" y="2"/>
                </a:lnTo>
                <a:close/>
                <a:moveTo>
                  <a:pt x="4041461" y="3021493"/>
                </a:moveTo>
                <a:lnTo>
                  <a:pt x="3563279" y="3977858"/>
                </a:lnTo>
                <a:lnTo>
                  <a:pt x="2300878" y="3977858"/>
                </a:lnTo>
                <a:lnTo>
                  <a:pt x="1822696" y="3021493"/>
                </a:lnTo>
                <a:lnTo>
                  <a:pt x="2300878" y="2065129"/>
                </a:lnTo>
                <a:lnTo>
                  <a:pt x="3563279" y="2065129"/>
                </a:lnTo>
                <a:close/>
                <a:moveTo>
                  <a:pt x="4041462" y="5086620"/>
                </a:moveTo>
                <a:lnTo>
                  <a:pt x="3563280" y="6042984"/>
                </a:lnTo>
                <a:lnTo>
                  <a:pt x="2300879" y="6042984"/>
                </a:lnTo>
                <a:lnTo>
                  <a:pt x="1822697" y="5086620"/>
                </a:lnTo>
                <a:lnTo>
                  <a:pt x="2300879" y="4130256"/>
                </a:lnTo>
                <a:lnTo>
                  <a:pt x="3563280" y="4130256"/>
                </a:lnTo>
                <a:close/>
                <a:moveTo>
                  <a:pt x="5868637" y="1982585"/>
                </a:moveTo>
                <a:lnTo>
                  <a:pt x="5390456" y="2938949"/>
                </a:lnTo>
                <a:lnTo>
                  <a:pt x="4128055" y="2938949"/>
                </a:lnTo>
                <a:lnTo>
                  <a:pt x="3649873" y="1982585"/>
                </a:lnTo>
                <a:lnTo>
                  <a:pt x="4128055" y="1026221"/>
                </a:lnTo>
                <a:lnTo>
                  <a:pt x="5390456" y="1026221"/>
                </a:lnTo>
                <a:close/>
                <a:moveTo>
                  <a:pt x="5868638" y="6112840"/>
                </a:moveTo>
                <a:lnTo>
                  <a:pt x="5390458" y="7069204"/>
                </a:lnTo>
                <a:lnTo>
                  <a:pt x="4128057" y="7069204"/>
                </a:lnTo>
                <a:lnTo>
                  <a:pt x="3649875" y="6112840"/>
                </a:lnTo>
                <a:lnTo>
                  <a:pt x="4128057" y="5156476"/>
                </a:lnTo>
                <a:lnTo>
                  <a:pt x="5390458" y="5156476"/>
                </a:lnTo>
                <a:close/>
                <a:moveTo>
                  <a:pt x="5868638" y="4047712"/>
                </a:moveTo>
                <a:lnTo>
                  <a:pt x="5390457" y="5004076"/>
                </a:lnTo>
                <a:lnTo>
                  <a:pt x="4128056" y="5004076"/>
                </a:lnTo>
                <a:lnTo>
                  <a:pt x="3649874" y="4047712"/>
                </a:lnTo>
                <a:lnTo>
                  <a:pt x="4128056" y="3091348"/>
                </a:lnTo>
                <a:lnTo>
                  <a:pt x="5390457" y="3091348"/>
                </a:lnTo>
                <a:close/>
                <a:moveTo>
                  <a:pt x="7695814" y="956367"/>
                </a:moveTo>
                <a:lnTo>
                  <a:pt x="7217633" y="1912731"/>
                </a:lnTo>
                <a:lnTo>
                  <a:pt x="5955233" y="1912731"/>
                </a:lnTo>
                <a:lnTo>
                  <a:pt x="5955231" y="1912730"/>
                </a:lnTo>
                <a:lnTo>
                  <a:pt x="5955230" y="1912730"/>
                </a:lnTo>
                <a:lnTo>
                  <a:pt x="5955230" y="1912729"/>
                </a:lnTo>
                <a:lnTo>
                  <a:pt x="5955229" y="1912728"/>
                </a:lnTo>
                <a:lnTo>
                  <a:pt x="5838578" y="1679424"/>
                </a:lnTo>
                <a:lnTo>
                  <a:pt x="5477053" y="956367"/>
                </a:lnTo>
                <a:lnTo>
                  <a:pt x="5477053" y="956367"/>
                </a:lnTo>
                <a:lnTo>
                  <a:pt x="5477053" y="956366"/>
                </a:lnTo>
                <a:lnTo>
                  <a:pt x="5477053" y="956366"/>
                </a:lnTo>
                <a:lnTo>
                  <a:pt x="5477053" y="956365"/>
                </a:lnTo>
                <a:lnTo>
                  <a:pt x="5477053" y="956365"/>
                </a:lnTo>
                <a:lnTo>
                  <a:pt x="5477053" y="956364"/>
                </a:lnTo>
                <a:lnTo>
                  <a:pt x="5955229" y="0"/>
                </a:lnTo>
                <a:lnTo>
                  <a:pt x="7217628" y="0"/>
                </a:lnTo>
                <a:lnTo>
                  <a:pt x="7217629" y="1"/>
                </a:lnTo>
                <a:lnTo>
                  <a:pt x="7217631" y="1"/>
                </a:lnTo>
                <a:lnTo>
                  <a:pt x="7217632" y="2"/>
                </a:lnTo>
                <a:lnTo>
                  <a:pt x="7217632" y="3"/>
                </a:lnTo>
                <a:lnTo>
                  <a:pt x="7217633" y="3"/>
                </a:lnTo>
                <a:close/>
                <a:moveTo>
                  <a:pt x="7695815" y="3021494"/>
                </a:moveTo>
                <a:lnTo>
                  <a:pt x="7217633" y="3977858"/>
                </a:lnTo>
                <a:lnTo>
                  <a:pt x="7217633" y="3977858"/>
                </a:lnTo>
                <a:lnTo>
                  <a:pt x="5955233" y="3977858"/>
                </a:lnTo>
                <a:lnTo>
                  <a:pt x="5955231" y="3977858"/>
                </a:lnTo>
                <a:lnTo>
                  <a:pt x="5955230" y="3977856"/>
                </a:lnTo>
                <a:lnTo>
                  <a:pt x="5682012" y="3431409"/>
                </a:lnTo>
                <a:lnTo>
                  <a:pt x="5636517" y="3340420"/>
                </a:lnTo>
                <a:lnTo>
                  <a:pt x="5477054" y="3021494"/>
                </a:lnTo>
                <a:lnTo>
                  <a:pt x="5477054" y="3021494"/>
                </a:lnTo>
                <a:lnTo>
                  <a:pt x="5477054" y="3021493"/>
                </a:lnTo>
                <a:lnTo>
                  <a:pt x="5477054" y="3021493"/>
                </a:lnTo>
                <a:lnTo>
                  <a:pt x="5477054" y="3021492"/>
                </a:lnTo>
                <a:lnTo>
                  <a:pt x="5955230" y="2065128"/>
                </a:lnTo>
                <a:lnTo>
                  <a:pt x="7217629" y="2065128"/>
                </a:lnTo>
                <a:lnTo>
                  <a:pt x="7217631" y="2065129"/>
                </a:lnTo>
                <a:lnTo>
                  <a:pt x="7217633" y="2065129"/>
                </a:lnTo>
                <a:lnTo>
                  <a:pt x="7217633" y="2065130"/>
                </a:lnTo>
                <a:lnTo>
                  <a:pt x="7217633" y="2065130"/>
                </a:lnTo>
                <a:close/>
                <a:moveTo>
                  <a:pt x="7695817" y="5086622"/>
                </a:moveTo>
                <a:lnTo>
                  <a:pt x="7217634" y="6042986"/>
                </a:lnTo>
                <a:lnTo>
                  <a:pt x="5955234" y="6042986"/>
                </a:lnTo>
                <a:lnTo>
                  <a:pt x="5955233" y="6042984"/>
                </a:lnTo>
                <a:lnTo>
                  <a:pt x="5955230" y="6042984"/>
                </a:lnTo>
                <a:lnTo>
                  <a:pt x="5642592" y="5417696"/>
                </a:lnTo>
                <a:lnTo>
                  <a:pt x="5477055" y="5086622"/>
                </a:lnTo>
                <a:lnTo>
                  <a:pt x="5477056" y="5086621"/>
                </a:lnTo>
                <a:lnTo>
                  <a:pt x="5477055" y="5086620"/>
                </a:lnTo>
                <a:lnTo>
                  <a:pt x="5955230" y="4130256"/>
                </a:lnTo>
                <a:lnTo>
                  <a:pt x="7217631" y="4130256"/>
                </a:lnTo>
                <a:lnTo>
                  <a:pt x="7217632" y="4130258"/>
                </a:lnTo>
                <a:lnTo>
                  <a:pt x="7217634" y="4130258"/>
                </a:lnTo>
                <a:close/>
                <a:moveTo>
                  <a:pt x="9522995" y="1982589"/>
                </a:moveTo>
                <a:lnTo>
                  <a:pt x="9044813" y="2938953"/>
                </a:lnTo>
                <a:lnTo>
                  <a:pt x="7782412" y="2938953"/>
                </a:lnTo>
                <a:lnTo>
                  <a:pt x="7782412" y="2938952"/>
                </a:lnTo>
                <a:lnTo>
                  <a:pt x="7782412" y="2938952"/>
                </a:lnTo>
                <a:lnTo>
                  <a:pt x="7782411" y="2938952"/>
                </a:lnTo>
                <a:lnTo>
                  <a:pt x="7782411" y="2938951"/>
                </a:lnTo>
                <a:lnTo>
                  <a:pt x="7782410" y="2938951"/>
                </a:lnTo>
                <a:lnTo>
                  <a:pt x="7782409" y="2938948"/>
                </a:lnTo>
                <a:lnTo>
                  <a:pt x="7782408" y="2938948"/>
                </a:lnTo>
                <a:lnTo>
                  <a:pt x="7782408" y="2938948"/>
                </a:lnTo>
                <a:lnTo>
                  <a:pt x="7782408" y="2938947"/>
                </a:lnTo>
                <a:lnTo>
                  <a:pt x="7782407" y="2938947"/>
                </a:lnTo>
                <a:lnTo>
                  <a:pt x="7782407" y="2938947"/>
                </a:lnTo>
                <a:lnTo>
                  <a:pt x="7782407" y="2938946"/>
                </a:lnTo>
                <a:lnTo>
                  <a:pt x="7782406" y="2938946"/>
                </a:lnTo>
                <a:lnTo>
                  <a:pt x="7782406" y="2938945"/>
                </a:lnTo>
                <a:lnTo>
                  <a:pt x="7782404" y="2938945"/>
                </a:lnTo>
                <a:lnTo>
                  <a:pt x="7304223" y="1982581"/>
                </a:lnTo>
                <a:lnTo>
                  <a:pt x="7304222" y="1982578"/>
                </a:lnTo>
                <a:lnTo>
                  <a:pt x="7782403" y="1026214"/>
                </a:lnTo>
                <a:lnTo>
                  <a:pt x="9044808" y="1026214"/>
                </a:lnTo>
                <a:lnTo>
                  <a:pt x="9245750" y="1428099"/>
                </a:lnTo>
                <a:lnTo>
                  <a:pt x="9522995" y="1982588"/>
                </a:lnTo>
                <a:close/>
                <a:moveTo>
                  <a:pt x="9522997" y="4047716"/>
                </a:moveTo>
                <a:lnTo>
                  <a:pt x="9044815" y="5004080"/>
                </a:lnTo>
                <a:lnTo>
                  <a:pt x="7782413" y="5004080"/>
                </a:lnTo>
                <a:lnTo>
                  <a:pt x="7782412" y="5004078"/>
                </a:lnTo>
                <a:lnTo>
                  <a:pt x="7782411" y="5004078"/>
                </a:lnTo>
                <a:lnTo>
                  <a:pt x="7782410" y="5004076"/>
                </a:lnTo>
                <a:lnTo>
                  <a:pt x="7782409" y="5004076"/>
                </a:lnTo>
                <a:lnTo>
                  <a:pt x="7782408" y="5004074"/>
                </a:lnTo>
                <a:lnTo>
                  <a:pt x="7782407" y="5004074"/>
                </a:lnTo>
                <a:lnTo>
                  <a:pt x="7782406" y="5004072"/>
                </a:lnTo>
                <a:lnTo>
                  <a:pt x="7782404" y="5004072"/>
                </a:lnTo>
                <a:lnTo>
                  <a:pt x="7304223" y="4047708"/>
                </a:lnTo>
                <a:lnTo>
                  <a:pt x="7304223" y="4047706"/>
                </a:lnTo>
                <a:lnTo>
                  <a:pt x="7782404" y="3091342"/>
                </a:lnTo>
                <a:lnTo>
                  <a:pt x="9044810" y="3091342"/>
                </a:lnTo>
                <a:lnTo>
                  <a:pt x="9044813" y="3091349"/>
                </a:lnTo>
                <a:lnTo>
                  <a:pt x="9044814" y="3091350"/>
                </a:lnTo>
                <a:lnTo>
                  <a:pt x="9044814" y="3091350"/>
                </a:lnTo>
                <a:lnTo>
                  <a:pt x="9522996" y="4047714"/>
                </a:lnTo>
                <a:lnTo>
                  <a:pt x="9522996" y="4047715"/>
                </a:lnTo>
                <a:close/>
                <a:moveTo>
                  <a:pt x="9522997" y="6112842"/>
                </a:moveTo>
                <a:lnTo>
                  <a:pt x="9044815" y="7069206"/>
                </a:lnTo>
                <a:lnTo>
                  <a:pt x="7782414" y="7069206"/>
                </a:lnTo>
                <a:lnTo>
                  <a:pt x="7782413" y="7069204"/>
                </a:lnTo>
                <a:lnTo>
                  <a:pt x="7782411" y="7069204"/>
                </a:lnTo>
                <a:lnTo>
                  <a:pt x="7782410" y="7069204"/>
                </a:lnTo>
                <a:lnTo>
                  <a:pt x="7782410" y="7069202"/>
                </a:lnTo>
                <a:lnTo>
                  <a:pt x="7782409" y="7069202"/>
                </a:lnTo>
                <a:lnTo>
                  <a:pt x="7782408" y="7069200"/>
                </a:lnTo>
                <a:lnTo>
                  <a:pt x="7782407" y="7069200"/>
                </a:lnTo>
                <a:lnTo>
                  <a:pt x="7782406" y="7069200"/>
                </a:lnTo>
                <a:lnTo>
                  <a:pt x="7304224" y="6112836"/>
                </a:lnTo>
                <a:lnTo>
                  <a:pt x="7782406" y="5156472"/>
                </a:lnTo>
                <a:lnTo>
                  <a:pt x="7782407" y="5156472"/>
                </a:lnTo>
                <a:lnTo>
                  <a:pt x="9044811" y="5156472"/>
                </a:lnTo>
                <a:lnTo>
                  <a:pt x="9044811" y="5156472"/>
                </a:lnTo>
                <a:lnTo>
                  <a:pt x="9044812" y="5156474"/>
                </a:lnTo>
                <a:lnTo>
                  <a:pt x="9044813" y="5156474"/>
                </a:lnTo>
                <a:lnTo>
                  <a:pt x="9044814" y="5156476"/>
                </a:lnTo>
                <a:lnTo>
                  <a:pt x="9044814" y="5156476"/>
                </a:lnTo>
                <a:lnTo>
                  <a:pt x="9044815" y="5156478"/>
                </a:lnTo>
                <a:lnTo>
                  <a:pt x="9044815" y="5156478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4961BDC-7F9C-4368-98A9-8767A445C6D0}"/>
              </a:ext>
            </a:extLst>
          </p:cNvPr>
          <p:cNvSpPr/>
          <p:nvPr/>
        </p:nvSpPr>
        <p:spPr>
          <a:xfrm rot="16200000">
            <a:off x="-571634" y="-92213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54798-E483-4550-916B-893235247AB4}"/>
              </a:ext>
            </a:extLst>
          </p:cNvPr>
          <p:cNvSpPr txBox="1"/>
          <p:nvPr/>
        </p:nvSpPr>
        <p:spPr>
          <a:xfrm>
            <a:off x="419100" y="1676400"/>
            <a:ext cx="706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AdaBOOST</a:t>
            </a:r>
            <a:endParaRPr lang="en-US" sz="7200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17409-AE82-4662-B1FD-FB770AE0931C}"/>
              </a:ext>
            </a:extLst>
          </p:cNvPr>
          <p:cNvSpPr txBox="1"/>
          <p:nvPr/>
        </p:nvSpPr>
        <p:spPr>
          <a:xfrm>
            <a:off x="704851" y="3246060"/>
            <a:ext cx="510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It is a boosting algorithm in which weak learner’s errors are conveyed to the subsequent weak learner via weights assignment and cumulative binning sampling.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D4C7CC1-847C-4902-8AA8-42E012FC2F48}"/>
              </a:ext>
            </a:extLst>
          </p:cNvPr>
          <p:cNvSpPr/>
          <p:nvPr/>
        </p:nvSpPr>
        <p:spPr>
          <a:xfrm rot="16200000">
            <a:off x="10596251" y="4528714"/>
            <a:ext cx="1104198" cy="951895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8F81C20-2DC3-453E-9FBE-3E5CCA0E6C87}"/>
              </a:ext>
            </a:extLst>
          </p:cNvPr>
          <p:cNvSpPr/>
          <p:nvPr/>
        </p:nvSpPr>
        <p:spPr>
          <a:xfrm rot="16200000">
            <a:off x="8279424" y="4702681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0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929145-6236-4222-9BD4-E8BA5FB36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775652"/>
              </p:ext>
            </p:extLst>
          </p:nvPr>
        </p:nvGraphicFramePr>
        <p:xfrm>
          <a:off x="2800350" y="1620457"/>
          <a:ext cx="5820424" cy="3617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106">
                  <a:extLst>
                    <a:ext uri="{9D8B030D-6E8A-4147-A177-3AD203B41FA5}">
                      <a16:colId xmlns:a16="http://schemas.microsoft.com/office/drawing/2014/main" val="3383837392"/>
                    </a:ext>
                  </a:extLst>
                </a:gridCol>
                <a:gridCol w="1455106">
                  <a:extLst>
                    <a:ext uri="{9D8B030D-6E8A-4147-A177-3AD203B41FA5}">
                      <a16:colId xmlns:a16="http://schemas.microsoft.com/office/drawing/2014/main" val="3928676734"/>
                    </a:ext>
                  </a:extLst>
                </a:gridCol>
                <a:gridCol w="1455106">
                  <a:extLst>
                    <a:ext uri="{9D8B030D-6E8A-4147-A177-3AD203B41FA5}">
                      <a16:colId xmlns:a16="http://schemas.microsoft.com/office/drawing/2014/main" val="3552659832"/>
                    </a:ext>
                  </a:extLst>
                </a:gridCol>
                <a:gridCol w="1455106">
                  <a:extLst>
                    <a:ext uri="{9D8B030D-6E8A-4147-A177-3AD203B41FA5}">
                      <a16:colId xmlns:a16="http://schemas.microsoft.com/office/drawing/2014/main" val="1592418772"/>
                    </a:ext>
                  </a:extLst>
                </a:gridCol>
              </a:tblGrid>
              <a:tr h="32882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Likes Height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Likes Goats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Climbed Meters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6426879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4743743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1233887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7138798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118685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9536829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0004942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85772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4217974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5597396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962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46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8EE773-DF09-438D-8A6B-1648317C5627}"/>
                  </a:ext>
                </a:extLst>
              </p:cNvPr>
              <p:cNvSpPr/>
              <p:nvPr/>
            </p:nvSpPr>
            <p:spPr>
              <a:xfrm>
                <a:off x="7926791" y="2963317"/>
                <a:ext cx="3345148" cy="129266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1" cap="none" spc="0" dirty="0">
                    <a:ln w="9525">
                      <a:solidFill>
                        <a:schemeClr val="bg1"/>
                      </a:solidFill>
                      <a:prstDash val="solid"/>
                    </a:ln>
                    <a:solidFill>
                      <a:schemeClr val="accent5"/>
                    </a:solidFill>
                    <a:effectLst>
                      <a:outerShdw blurRad="12700" dist="38100" dir="2700000" algn="tl" rotWithShape="0">
                        <a:schemeClr val="accent5">
                          <a:lumMod val="60000"/>
                          <a:lumOff val="40000"/>
                        </a:schemeClr>
                      </a:outerShdw>
                    </a:effectLst>
                  </a:rPr>
                  <a:t>Weights=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400" b="1" i="1" cap="none" spc="0" smtClean="0">
                            <a:ln w="95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accent5"/>
                            </a:solidFill>
                            <a:effectLst>
                              <a:outerShdw blurRad="12700" dist="38100" dir="2700000" algn="tl" rotWithShape="0">
                                <a:schemeClr val="accent5">
                                  <a:lumMod val="60000"/>
                                  <a:lumOff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b="1" i="1" cap="none" spc="0" smtClean="0">
                            <a:ln w="95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accent5"/>
                            </a:solidFill>
                            <a:effectLst>
                              <a:outerShdw blurRad="12700" dist="38100" dir="2700000" algn="tl" rotWithShape="0">
                                <a:schemeClr val="accent5">
                                  <a:lumMod val="60000"/>
                                  <a:lumOff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5400" b="1" i="1" cap="none" spc="0" smtClean="0">
                            <a:ln w="95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accent5"/>
                            </a:solidFill>
                            <a:effectLst>
                              <a:outerShdw blurRad="12700" dist="38100" dir="2700000" algn="tl" rotWithShape="0">
                                <a:schemeClr val="accent5">
                                  <a:lumMod val="60000"/>
                                  <a:lumOff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8EE773-DF09-438D-8A6B-1648317C5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791" y="2963317"/>
                <a:ext cx="3345148" cy="1292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AFB4D3-258B-493E-B1A4-10C9E7182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16960"/>
              </p:ext>
            </p:extLst>
          </p:nvPr>
        </p:nvGraphicFramePr>
        <p:xfrm>
          <a:off x="920061" y="1716916"/>
          <a:ext cx="5820425" cy="378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085">
                  <a:extLst>
                    <a:ext uri="{9D8B030D-6E8A-4147-A177-3AD203B41FA5}">
                      <a16:colId xmlns:a16="http://schemas.microsoft.com/office/drawing/2014/main" val="3383837392"/>
                    </a:ext>
                  </a:extLst>
                </a:gridCol>
                <a:gridCol w="1164085">
                  <a:extLst>
                    <a:ext uri="{9D8B030D-6E8A-4147-A177-3AD203B41FA5}">
                      <a16:colId xmlns:a16="http://schemas.microsoft.com/office/drawing/2014/main" val="3928676734"/>
                    </a:ext>
                  </a:extLst>
                </a:gridCol>
                <a:gridCol w="1164085">
                  <a:extLst>
                    <a:ext uri="{9D8B030D-6E8A-4147-A177-3AD203B41FA5}">
                      <a16:colId xmlns:a16="http://schemas.microsoft.com/office/drawing/2014/main" val="3552659832"/>
                    </a:ext>
                  </a:extLst>
                </a:gridCol>
                <a:gridCol w="1164085">
                  <a:extLst>
                    <a:ext uri="{9D8B030D-6E8A-4147-A177-3AD203B41FA5}">
                      <a16:colId xmlns:a16="http://schemas.microsoft.com/office/drawing/2014/main" val="1592418772"/>
                    </a:ext>
                  </a:extLst>
                </a:gridCol>
                <a:gridCol w="1164085">
                  <a:extLst>
                    <a:ext uri="{9D8B030D-6E8A-4147-A177-3AD203B41FA5}">
                      <a16:colId xmlns:a16="http://schemas.microsoft.com/office/drawing/2014/main" val="2090625745"/>
                    </a:ext>
                  </a:extLst>
                </a:gridCol>
              </a:tblGrid>
              <a:tr h="32882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Likes Height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Likes Goats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Climbed Meters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6426879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4743743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1233887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7138798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118685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9536829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0004942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85772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4217974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5597396"/>
                  </a:ext>
                </a:extLst>
              </a:tr>
              <a:tr h="32882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962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64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DA099-4015-46D3-BD47-1E1DB0CDE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1448847"/>
            <a:ext cx="6455045" cy="487575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400458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D60CD4-0D12-43EA-8F01-FA21F2B0FC9C}"/>
                  </a:ext>
                </a:extLst>
              </p:cNvPr>
              <p:cNvSpPr/>
              <p:nvPr/>
            </p:nvSpPr>
            <p:spPr>
              <a:xfrm>
                <a:off x="5552715" y="2687708"/>
                <a:ext cx="7069208" cy="17650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Decision Tree’s influence (</a:t>
                </a:r>
                <a:r>
                  <a:rPr lang="el-GR" sz="2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α</a:t>
                </a:r>
                <a:r>
                  <a:rPr lang="en-US" sz="2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400" i="0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𝑎𝑐𝑐𝑢𝑟𝑎𝑐𝑦</m:t>
                        </m:r>
                      </m:num>
                      <m:den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𝑎𝑐𝑐𝑢𝑟𝑎𝑐𝑦</m:t>
                        </m:r>
                      </m:den>
                    </m:f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:endParaRPr lang="en-US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:r>
                  <a:rPr lang="en-US" sz="2400" dirty="0" err="1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New_Weights</a:t>
                </a:r>
                <a:r>
                  <a:rPr lang="en-US" sz="2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0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𝑐𝑜𝑟𝑟𝑒𝑐𝑡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𝑝𝑟𝑒𝑑𝑖𝑐𝑡𝑖𝑜𝑛</m:t>
                    </m:r>
                  </m:oMath>
                </a14:m>
                <a:endParaRPr lang="en-US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:r>
                  <a:rPr lang="en-US" sz="2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𝑖𝑛𝑐𝑜𝑟𝑟𝑒𝑐𝑡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n w="0"/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𝑝𝑟𝑒𝑑𝑖𝑐𝑡𝑖𝑜𝑛</m:t>
                    </m:r>
                  </m:oMath>
                </a14:m>
                <a:endParaRPr lang="en-US" sz="24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D60CD4-0D12-43EA-8F01-FA21F2B0FC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715" y="2687708"/>
                <a:ext cx="7069208" cy="1765099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84FA58B-7A2A-4A68-B42E-1DCC42B28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40" y="2062033"/>
            <a:ext cx="5687219" cy="301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5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326CB-838F-41D3-9650-B1D765C762F5}"/>
              </a:ext>
            </a:extLst>
          </p:cNvPr>
          <p:cNvSpPr/>
          <p:nvPr/>
        </p:nvSpPr>
        <p:spPr>
          <a:xfrm>
            <a:off x="1907455" y="1186934"/>
            <a:ext cx="8377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Resampling df via Cumulative Weights (or Bins)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C2183F-5DF4-413F-94FE-3157FE18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47" y="2523961"/>
            <a:ext cx="3620005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CD543-63FB-4D7F-A44A-42E101383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376" y="2523961"/>
            <a:ext cx="4709169" cy="3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62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2800350" y="0"/>
            <a:ext cx="7069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326CB-838F-41D3-9650-B1D765C762F5}"/>
              </a:ext>
            </a:extLst>
          </p:cNvPr>
          <p:cNvSpPr/>
          <p:nvPr/>
        </p:nvSpPr>
        <p:spPr>
          <a:xfrm>
            <a:off x="1907455" y="1186934"/>
            <a:ext cx="8377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Resampling df via Cumulative Weights (or Bins)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CD543-63FB-4D7F-A44A-42E101383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376" y="2523961"/>
            <a:ext cx="4709169" cy="35570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B774DB-0ACC-40F5-ABB0-17C536100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7" y="2866853"/>
            <a:ext cx="4763165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5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4E33188-BE78-4AD9-A2A6-B560CAB64C61}"/>
              </a:ext>
            </a:extLst>
          </p:cNvPr>
          <p:cNvSpPr/>
          <p:nvPr/>
        </p:nvSpPr>
        <p:spPr>
          <a:xfrm rot="16200000">
            <a:off x="4869106" y="-3534603"/>
            <a:ext cx="9522997" cy="7069206"/>
          </a:xfrm>
          <a:custGeom>
            <a:avLst/>
            <a:gdLst>
              <a:gd name="connsiteX0" fmla="*/ 2218765 w 9522997"/>
              <a:gd name="connsiteY0" fmla="*/ 1982580 h 7069206"/>
              <a:gd name="connsiteX1" fmla="*/ 1740583 w 9522997"/>
              <a:gd name="connsiteY1" fmla="*/ 2938944 h 7069206"/>
              <a:gd name="connsiteX2" fmla="*/ 478183 w 9522997"/>
              <a:gd name="connsiteY2" fmla="*/ 2938944 h 7069206"/>
              <a:gd name="connsiteX3" fmla="*/ 0 w 9522997"/>
              <a:gd name="connsiteY3" fmla="*/ 1982580 h 7069206"/>
              <a:gd name="connsiteX4" fmla="*/ 478183 w 9522997"/>
              <a:gd name="connsiteY4" fmla="*/ 1026216 h 7069206"/>
              <a:gd name="connsiteX5" fmla="*/ 1740583 w 9522997"/>
              <a:gd name="connsiteY5" fmla="*/ 1026216 h 7069206"/>
              <a:gd name="connsiteX6" fmla="*/ 2218766 w 9522997"/>
              <a:gd name="connsiteY6" fmla="*/ 4047706 h 7069206"/>
              <a:gd name="connsiteX7" fmla="*/ 1740584 w 9522997"/>
              <a:gd name="connsiteY7" fmla="*/ 5004070 h 7069206"/>
              <a:gd name="connsiteX8" fmla="*/ 478183 w 9522997"/>
              <a:gd name="connsiteY8" fmla="*/ 5004070 h 7069206"/>
              <a:gd name="connsiteX9" fmla="*/ 0 w 9522997"/>
              <a:gd name="connsiteY9" fmla="*/ 4047706 h 7069206"/>
              <a:gd name="connsiteX10" fmla="*/ 478183 w 9522997"/>
              <a:gd name="connsiteY10" fmla="*/ 3091342 h 7069206"/>
              <a:gd name="connsiteX11" fmla="*/ 1740584 w 9522997"/>
              <a:gd name="connsiteY11" fmla="*/ 3091342 h 7069206"/>
              <a:gd name="connsiteX12" fmla="*/ 2218767 w 9522997"/>
              <a:gd name="connsiteY12" fmla="*/ 6112832 h 7069206"/>
              <a:gd name="connsiteX13" fmla="*/ 1740585 w 9522997"/>
              <a:gd name="connsiteY13" fmla="*/ 7069196 h 7069206"/>
              <a:gd name="connsiteX14" fmla="*/ 478185 w 9522997"/>
              <a:gd name="connsiteY14" fmla="*/ 7069196 h 7069206"/>
              <a:gd name="connsiteX15" fmla="*/ 3 w 9522997"/>
              <a:gd name="connsiteY15" fmla="*/ 6112832 h 7069206"/>
              <a:gd name="connsiteX16" fmla="*/ 478185 w 9522997"/>
              <a:gd name="connsiteY16" fmla="*/ 5156468 h 7069206"/>
              <a:gd name="connsiteX17" fmla="*/ 1740585 w 9522997"/>
              <a:gd name="connsiteY17" fmla="*/ 5156468 h 7069206"/>
              <a:gd name="connsiteX18" fmla="*/ 4041460 w 9522997"/>
              <a:gd name="connsiteY18" fmla="*/ 956366 h 7069206"/>
              <a:gd name="connsiteX19" fmla="*/ 3563278 w 9522997"/>
              <a:gd name="connsiteY19" fmla="*/ 1912730 h 7069206"/>
              <a:gd name="connsiteX20" fmla="*/ 2300877 w 9522997"/>
              <a:gd name="connsiteY20" fmla="*/ 1912730 h 7069206"/>
              <a:gd name="connsiteX21" fmla="*/ 1822695 w 9522997"/>
              <a:gd name="connsiteY21" fmla="*/ 956366 h 7069206"/>
              <a:gd name="connsiteX22" fmla="*/ 2300877 w 9522997"/>
              <a:gd name="connsiteY22" fmla="*/ 2 h 7069206"/>
              <a:gd name="connsiteX23" fmla="*/ 3563278 w 9522997"/>
              <a:gd name="connsiteY23" fmla="*/ 2 h 7069206"/>
              <a:gd name="connsiteX24" fmla="*/ 4041461 w 9522997"/>
              <a:gd name="connsiteY24" fmla="*/ 3021493 h 7069206"/>
              <a:gd name="connsiteX25" fmla="*/ 3563279 w 9522997"/>
              <a:gd name="connsiteY25" fmla="*/ 3977858 h 7069206"/>
              <a:gd name="connsiteX26" fmla="*/ 2300878 w 9522997"/>
              <a:gd name="connsiteY26" fmla="*/ 3977858 h 7069206"/>
              <a:gd name="connsiteX27" fmla="*/ 1822696 w 9522997"/>
              <a:gd name="connsiteY27" fmla="*/ 3021493 h 7069206"/>
              <a:gd name="connsiteX28" fmla="*/ 2300878 w 9522997"/>
              <a:gd name="connsiteY28" fmla="*/ 2065129 h 7069206"/>
              <a:gd name="connsiteX29" fmla="*/ 3563279 w 9522997"/>
              <a:gd name="connsiteY29" fmla="*/ 2065129 h 7069206"/>
              <a:gd name="connsiteX30" fmla="*/ 4041462 w 9522997"/>
              <a:gd name="connsiteY30" fmla="*/ 5086620 h 7069206"/>
              <a:gd name="connsiteX31" fmla="*/ 3563280 w 9522997"/>
              <a:gd name="connsiteY31" fmla="*/ 6042984 h 7069206"/>
              <a:gd name="connsiteX32" fmla="*/ 2300879 w 9522997"/>
              <a:gd name="connsiteY32" fmla="*/ 6042984 h 7069206"/>
              <a:gd name="connsiteX33" fmla="*/ 1822697 w 9522997"/>
              <a:gd name="connsiteY33" fmla="*/ 5086620 h 7069206"/>
              <a:gd name="connsiteX34" fmla="*/ 2300879 w 9522997"/>
              <a:gd name="connsiteY34" fmla="*/ 4130256 h 7069206"/>
              <a:gd name="connsiteX35" fmla="*/ 3563280 w 9522997"/>
              <a:gd name="connsiteY35" fmla="*/ 4130256 h 7069206"/>
              <a:gd name="connsiteX36" fmla="*/ 5868637 w 9522997"/>
              <a:gd name="connsiteY36" fmla="*/ 1982585 h 7069206"/>
              <a:gd name="connsiteX37" fmla="*/ 5390456 w 9522997"/>
              <a:gd name="connsiteY37" fmla="*/ 2938949 h 7069206"/>
              <a:gd name="connsiteX38" fmla="*/ 4128055 w 9522997"/>
              <a:gd name="connsiteY38" fmla="*/ 2938949 h 7069206"/>
              <a:gd name="connsiteX39" fmla="*/ 3649873 w 9522997"/>
              <a:gd name="connsiteY39" fmla="*/ 1982585 h 7069206"/>
              <a:gd name="connsiteX40" fmla="*/ 4128055 w 9522997"/>
              <a:gd name="connsiteY40" fmla="*/ 1026221 h 7069206"/>
              <a:gd name="connsiteX41" fmla="*/ 5390456 w 9522997"/>
              <a:gd name="connsiteY41" fmla="*/ 1026221 h 7069206"/>
              <a:gd name="connsiteX42" fmla="*/ 5868638 w 9522997"/>
              <a:gd name="connsiteY42" fmla="*/ 6112840 h 7069206"/>
              <a:gd name="connsiteX43" fmla="*/ 5390458 w 9522997"/>
              <a:gd name="connsiteY43" fmla="*/ 7069204 h 7069206"/>
              <a:gd name="connsiteX44" fmla="*/ 4128057 w 9522997"/>
              <a:gd name="connsiteY44" fmla="*/ 7069204 h 7069206"/>
              <a:gd name="connsiteX45" fmla="*/ 3649875 w 9522997"/>
              <a:gd name="connsiteY45" fmla="*/ 6112840 h 7069206"/>
              <a:gd name="connsiteX46" fmla="*/ 4128057 w 9522997"/>
              <a:gd name="connsiteY46" fmla="*/ 5156476 h 7069206"/>
              <a:gd name="connsiteX47" fmla="*/ 5390458 w 9522997"/>
              <a:gd name="connsiteY47" fmla="*/ 5156476 h 7069206"/>
              <a:gd name="connsiteX48" fmla="*/ 5868638 w 9522997"/>
              <a:gd name="connsiteY48" fmla="*/ 4047712 h 7069206"/>
              <a:gd name="connsiteX49" fmla="*/ 5390457 w 9522997"/>
              <a:gd name="connsiteY49" fmla="*/ 5004076 h 7069206"/>
              <a:gd name="connsiteX50" fmla="*/ 4128056 w 9522997"/>
              <a:gd name="connsiteY50" fmla="*/ 5004076 h 7069206"/>
              <a:gd name="connsiteX51" fmla="*/ 3649874 w 9522997"/>
              <a:gd name="connsiteY51" fmla="*/ 4047712 h 7069206"/>
              <a:gd name="connsiteX52" fmla="*/ 4128056 w 9522997"/>
              <a:gd name="connsiteY52" fmla="*/ 3091348 h 7069206"/>
              <a:gd name="connsiteX53" fmla="*/ 5390457 w 9522997"/>
              <a:gd name="connsiteY53" fmla="*/ 3091348 h 7069206"/>
              <a:gd name="connsiteX54" fmla="*/ 7695814 w 9522997"/>
              <a:gd name="connsiteY54" fmla="*/ 956367 h 7069206"/>
              <a:gd name="connsiteX55" fmla="*/ 7217633 w 9522997"/>
              <a:gd name="connsiteY55" fmla="*/ 1912731 h 7069206"/>
              <a:gd name="connsiteX56" fmla="*/ 5955233 w 9522997"/>
              <a:gd name="connsiteY56" fmla="*/ 1912731 h 7069206"/>
              <a:gd name="connsiteX57" fmla="*/ 5955231 w 9522997"/>
              <a:gd name="connsiteY57" fmla="*/ 1912730 h 7069206"/>
              <a:gd name="connsiteX58" fmla="*/ 5955230 w 9522997"/>
              <a:gd name="connsiteY58" fmla="*/ 1912730 h 7069206"/>
              <a:gd name="connsiteX59" fmla="*/ 5955230 w 9522997"/>
              <a:gd name="connsiteY59" fmla="*/ 1912729 h 7069206"/>
              <a:gd name="connsiteX60" fmla="*/ 5955229 w 9522997"/>
              <a:gd name="connsiteY60" fmla="*/ 1912728 h 7069206"/>
              <a:gd name="connsiteX61" fmla="*/ 5838578 w 9522997"/>
              <a:gd name="connsiteY61" fmla="*/ 1679424 h 7069206"/>
              <a:gd name="connsiteX62" fmla="*/ 5477053 w 9522997"/>
              <a:gd name="connsiteY62" fmla="*/ 956367 h 7069206"/>
              <a:gd name="connsiteX63" fmla="*/ 5477053 w 9522997"/>
              <a:gd name="connsiteY63" fmla="*/ 956367 h 7069206"/>
              <a:gd name="connsiteX64" fmla="*/ 5477053 w 9522997"/>
              <a:gd name="connsiteY64" fmla="*/ 956366 h 7069206"/>
              <a:gd name="connsiteX65" fmla="*/ 5477053 w 9522997"/>
              <a:gd name="connsiteY65" fmla="*/ 956366 h 7069206"/>
              <a:gd name="connsiteX66" fmla="*/ 5477053 w 9522997"/>
              <a:gd name="connsiteY66" fmla="*/ 956365 h 7069206"/>
              <a:gd name="connsiteX67" fmla="*/ 5477053 w 9522997"/>
              <a:gd name="connsiteY67" fmla="*/ 956365 h 7069206"/>
              <a:gd name="connsiteX68" fmla="*/ 5477053 w 9522997"/>
              <a:gd name="connsiteY68" fmla="*/ 956364 h 7069206"/>
              <a:gd name="connsiteX69" fmla="*/ 5955229 w 9522997"/>
              <a:gd name="connsiteY69" fmla="*/ 0 h 7069206"/>
              <a:gd name="connsiteX70" fmla="*/ 7217628 w 9522997"/>
              <a:gd name="connsiteY70" fmla="*/ 0 h 7069206"/>
              <a:gd name="connsiteX71" fmla="*/ 7217629 w 9522997"/>
              <a:gd name="connsiteY71" fmla="*/ 1 h 7069206"/>
              <a:gd name="connsiteX72" fmla="*/ 7217631 w 9522997"/>
              <a:gd name="connsiteY72" fmla="*/ 1 h 7069206"/>
              <a:gd name="connsiteX73" fmla="*/ 7217632 w 9522997"/>
              <a:gd name="connsiteY73" fmla="*/ 2 h 7069206"/>
              <a:gd name="connsiteX74" fmla="*/ 7217632 w 9522997"/>
              <a:gd name="connsiteY74" fmla="*/ 3 h 7069206"/>
              <a:gd name="connsiteX75" fmla="*/ 7217633 w 9522997"/>
              <a:gd name="connsiteY75" fmla="*/ 3 h 7069206"/>
              <a:gd name="connsiteX76" fmla="*/ 7695815 w 9522997"/>
              <a:gd name="connsiteY76" fmla="*/ 3021494 h 7069206"/>
              <a:gd name="connsiteX77" fmla="*/ 7217633 w 9522997"/>
              <a:gd name="connsiteY77" fmla="*/ 3977858 h 7069206"/>
              <a:gd name="connsiteX78" fmla="*/ 7217633 w 9522997"/>
              <a:gd name="connsiteY78" fmla="*/ 3977858 h 7069206"/>
              <a:gd name="connsiteX79" fmla="*/ 5955233 w 9522997"/>
              <a:gd name="connsiteY79" fmla="*/ 3977858 h 7069206"/>
              <a:gd name="connsiteX80" fmla="*/ 5955231 w 9522997"/>
              <a:gd name="connsiteY80" fmla="*/ 3977858 h 7069206"/>
              <a:gd name="connsiteX81" fmla="*/ 5955230 w 9522997"/>
              <a:gd name="connsiteY81" fmla="*/ 3977856 h 7069206"/>
              <a:gd name="connsiteX82" fmla="*/ 5682012 w 9522997"/>
              <a:gd name="connsiteY82" fmla="*/ 3431409 h 7069206"/>
              <a:gd name="connsiteX83" fmla="*/ 5636517 w 9522997"/>
              <a:gd name="connsiteY83" fmla="*/ 3340420 h 7069206"/>
              <a:gd name="connsiteX84" fmla="*/ 5477054 w 9522997"/>
              <a:gd name="connsiteY84" fmla="*/ 3021494 h 7069206"/>
              <a:gd name="connsiteX85" fmla="*/ 5477054 w 9522997"/>
              <a:gd name="connsiteY85" fmla="*/ 3021494 h 7069206"/>
              <a:gd name="connsiteX86" fmla="*/ 5477054 w 9522997"/>
              <a:gd name="connsiteY86" fmla="*/ 3021493 h 7069206"/>
              <a:gd name="connsiteX87" fmla="*/ 5477054 w 9522997"/>
              <a:gd name="connsiteY87" fmla="*/ 3021493 h 7069206"/>
              <a:gd name="connsiteX88" fmla="*/ 5477054 w 9522997"/>
              <a:gd name="connsiteY88" fmla="*/ 3021492 h 7069206"/>
              <a:gd name="connsiteX89" fmla="*/ 5955230 w 9522997"/>
              <a:gd name="connsiteY89" fmla="*/ 2065128 h 7069206"/>
              <a:gd name="connsiteX90" fmla="*/ 7217629 w 9522997"/>
              <a:gd name="connsiteY90" fmla="*/ 2065128 h 7069206"/>
              <a:gd name="connsiteX91" fmla="*/ 7217631 w 9522997"/>
              <a:gd name="connsiteY91" fmla="*/ 2065129 h 7069206"/>
              <a:gd name="connsiteX92" fmla="*/ 7217633 w 9522997"/>
              <a:gd name="connsiteY92" fmla="*/ 2065129 h 7069206"/>
              <a:gd name="connsiteX93" fmla="*/ 7217633 w 9522997"/>
              <a:gd name="connsiteY93" fmla="*/ 2065130 h 7069206"/>
              <a:gd name="connsiteX94" fmla="*/ 7217633 w 9522997"/>
              <a:gd name="connsiteY94" fmla="*/ 2065130 h 7069206"/>
              <a:gd name="connsiteX95" fmla="*/ 7695817 w 9522997"/>
              <a:gd name="connsiteY95" fmla="*/ 5086622 h 7069206"/>
              <a:gd name="connsiteX96" fmla="*/ 7217634 w 9522997"/>
              <a:gd name="connsiteY96" fmla="*/ 6042986 h 7069206"/>
              <a:gd name="connsiteX97" fmla="*/ 5955234 w 9522997"/>
              <a:gd name="connsiteY97" fmla="*/ 6042986 h 7069206"/>
              <a:gd name="connsiteX98" fmla="*/ 5955233 w 9522997"/>
              <a:gd name="connsiteY98" fmla="*/ 6042984 h 7069206"/>
              <a:gd name="connsiteX99" fmla="*/ 5955230 w 9522997"/>
              <a:gd name="connsiteY99" fmla="*/ 6042984 h 7069206"/>
              <a:gd name="connsiteX100" fmla="*/ 5642592 w 9522997"/>
              <a:gd name="connsiteY100" fmla="*/ 5417696 h 7069206"/>
              <a:gd name="connsiteX101" fmla="*/ 5477055 w 9522997"/>
              <a:gd name="connsiteY101" fmla="*/ 5086622 h 7069206"/>
              <a:gd name="connsiteX102" fmla="*/ 5477056 w 9522997"/>
              <a:gd name="connsiteY102" fmla="*/ 5086621 h 7069206"/>
              <a:gd name="connsiteX103" fmla="*/ 5477055 w 9522997"/>
              <a:gd name="connsiteY103" fmla="*/ 5086620 h 7069206"/>
              <a:gd name="connsiteX104" fmla="*/ 5955230 w 9522997"/>
              <a:gd name="connsiteY104" fmla="*/ 4130256 h 7069206"/>
              <a:gd name="connsiteX105" fmla="*/ 7217631 w 9522997"/>
              <a:gd name="connsiteY105" fmla="*/ 4130256 h 7069206"/>
              <a:gd name="connsiteX106" fmla="*/ 7217632 w 9522997"/>
              <a:gd name="connsiteY106" fmla="*/ 4130258 h 7069206"/>
              <a:gd name="connsiteX107" fmla="*/ 7217634 w 9522997"/>
              <a:gd name="connsiteY107" fmla="*/ 4130258 h 7069206"/>
              <a:gd name="connsiteX108" fmla="*/ 9522995 w 9522997"/>
              <a:gd name="connsiteY108" fmla="*/ 1982589 h 7069206"/>
              <a:gd name="connsiteX109" fmla="*/ 9044813 w 9522997"/>
              <a:gd name="connsiteY109" fmla="*/ 2938953 h 7069206"/>
              <a:gd name="connsiteX110" fmla="*/ 7782412 w 9522997"/>
              <a:gd name="connsiteY110" fmla="*/ 2938953 h 7069206"/>
              <a:gd name="connsiteX111" fmla="*/ 7782412 w 9522997"/>
              <a:gd name="connsiteY111" fmla="*/ 2938952 h 7069206"/>
              <a:gd name="connsiteX112" fmla="*/ 7782412 w 9522997"/>
              <a:gd name="connsiteY112" fmla="*/ 2938952 h 7069206"/>
              <a:gd name="connsiteX113" fmla="*/ 7782411 w 9522997"/>
              <a:gd name="connsiteY113" fmla="*/ 2938952 h 7069206"/>
              <a:gd name="connsiteX114" fmla="*/ 7782411 w 9522997"/>
              <a:gd name="connsiteY114" fmla="*/ 2938951 h 7069206"/>
              <a:gd name="connsiteX115" fmla="*/ 7782410 w 9522997"/>
              <a:gd name="connsiteY115" fmla="*/ 2938951 h 7069206"/>
              <a:gd name="connsiteX116" fmla="*/ 7782409 w 9522997"/>
              <a:gd name="connsiteY116" fmla="*/ 2938948 h 7069206"/>
              <a:gd name="connsiteX117" fmla="*/ 7782408 w 9522997"/>
              <a:gd name="connsiteY117" fmla="*/ 2938948 h 7069206"/>
              <a:gd name="connsiteX118" fmla="*/ 7782408 w 9522997"/>
              <a:gd name="connsiteY118" fmla="*/ 2938948 h 7069206"/>
              <a:gd name="connsiteX119" fmla="*/ 7782408 w 9522997"/>
              <a:gd name="connsiteY119" fmla="*/ 2938947 h 7069206"/>
              <a:gd name="connsiteX120" fmla="*/ 7782407 w 9522997"/>
              <a:gd name="connsiteY120" fmla="*/ 2938947 h 7069206"/>
              <a:gd name="connsiteX121" fmla="*/ 7782407 w 9522997"/>
              <a:gd name="connsiteY121" fmla="*/ 2938947 h 7069206"/>
              <a:gd name="connsiteX122" fmla="*/ 7782407 w 9522997"/>
              <a:gd name="connsiteY122" fmla="*/ 2938946 h 7069206"/>
              <a:gd name="connsiteX123" fmla="*/ 7782406 w 9522997"/>
              <a:gd name="connsiteY123" fmla="*/ 2938946 h 7069206"/>
              <a:gd name="connsiteX124" fmla="*/ 7782406 w 9522997"/>
              <a:gd name="connsiteY124" fmla="*/ 2938945 h 7069206"/>
              <a:gd name="connsiteX125" fmla="*/ 7782404 w 9522997"/>
              <a:gd name="connsiteY125" fmla="*/ 2938945 h 7069206"/>
              <a:gd name="connsiteX126" fmla="*/ 7304223 w 9522997"/>
              <a:gd name="connsiteY126" fmla="*/ 1982581 h 7069206"/>
              <a:gd name="connsiteX127" fmla="*/ 7304222 w 9522997"/>
              <a:gd name="connsiteY127" fmla="*/ 1982578 h 7069206"/>
              <a:gd name="connsiteX128" fmla="*/ 7782403 w 9522997"/>
              <a:gd name="connsiteY128" fmla="*/ 1026214 h 7069206"/>
              <a:gd name="connsiteX129" fmla="*/ 9044808 w 9522997"/>
              <a:gd name="connsiteY129" fmla="*/ 1026214 h 7069206"/>
              <a:gd name="connsiteX130" fmla="*/ 9245750 w 9522997"/>
              <a:gd name="connsiteY130" fmla="*/ 1428099 h 7069206"/>
              <a:gd name="connsiteX131" fmla="*/ 9522995 w 9522997"/>
              <a:gd name="connsiteY131" fmla="*/ 1982588 h 7069206"/>
              <a:gd name="connsiteX132" fmla="*/ 9522997 w 9522997"/>
              <a:gd name="connsiteY132" fmla="*/ 4047716 h 7069206"/>
              <a:gd name="connsiteX133" fmla="*/ 9044815 w 9522997"/>
              <a:gd name="connsiteY133" fmla="*/ 5004080 h 7069206"/>
              <a:gd name="connsiteX134" fmla="*/ 7782413 w 9522997"/>
              <a:gd name="connsiteY134" fmla="*/ 5004080 h 7069206"/>
              <a:gd name="connsiteX135" fmla="*/ 7782412 w 9522997"/>
              <a:gd name="connsiteY135" fmla="*/ 5004078 h 7069206"/>
              <a:gd name="connsiteX136" fmla="*/ 7782411 w 9522997"/>
              <a:gd name="connsiteY136" fmla="*/ 5004078 h 7069206"/>
              <a:gd name="connsiteX137" fmla="*/ 7782410 w 9522997"/>
              <a:gd name="connsiteY137" fmla="*/ 5004076 h 7069206"/>
              <a:gd name="connsiteX138" fmla="*/ 7782409 w 9522997"/>
              <a:gd name="connsiteY138" fmla="*/ 5004076 h 7069206"/>
              <a:gd name="connsiteX139" fmla="*/ 7782408 w 9522997"/>
              <a:gd name="connsiteY139" fmla="*/ 5004074 h 7069206"/>
              <a:gd name="connsiteX140" fmla="*/ 7782407 w 9522997"/>
              <a:gd name="connsiteY140" fmla="*/ 5004074 h 7069206"/>
              <a:gd name="connsiteX141" fmla="*/ 7782406 w 9522997"/>
              <a:gd name="connsiteY141" fmla="*/ 5004072 h 7069206"/>
              <a:gd name="connsiteX142" fmla="*/ 7782404 w 9522997"/>
              <a:gd name="connsiteY142" fmla="*/ 5004072 h 7069206"/>
              <a:gd name="connsiteX143" fmla="*/ 7304223 w 9522997"/>
              <a:gd name="connsiteY143" fmla="*/ 4047708 h 7069206"/>
              <a:gd name="connsiteX144" fmla="*/ 7304223 w 9522997"/>
              <a:gd name="connsiteY144" fmla="*/ 4047706 h 7069206"/>
              <a:gd name="connsiteX145" fmla="*/ 7782404 w 9522997"/>
              <a:gd name="connsiteY145" fmla="*/ 3091342 h 7069206"/>
              <a:gd name="connsiteX146" fmla="*/ 9044810 w 9522997"/>
              <a:gd name="connsiteY146" fmla="*/ 3091342 h 7069206"/>
              <a:gd name="connsiteX147" fmla="*/ 9044813 w 9522997"/>
              <a:gd name="connsiteY147" fmla="*/ 3091349 h 7069206"/>
              <a:gd name="connsiteX148" fmla="*/ 9044814 w 9522997"/>
              <a:gd name="connsiteY148" fmla="*/ 3091350 h 7069206"/>
              <a:gd name="connsiteX149" fmla="*/ 9044814 w 9522997"/>
              <a:gd name="connsiteY149" fmla="*/ 3091350 h 7069206"/>
              <a:gd name="connsiteX150" fmla="*/ 9522996 w 9522997"/>
              <a:gd name="connsiteY150" fmla="*/ 4047714 h 7069206"/>
              <a:gd name="connsiteX151" fmla="*/ 9522996 w 9522997"/>
              <a:gd name="connsiteY151" fmla="*/ 4047715 h 7069206"/>
              <a:gd name="connsiteX152" fmla="*/ 9522997 w 9522997"/>
              <a:gd name="connsiteY152" fmla="*/ 6112842 h 7069206"/>
              <a:gd name="connsiteX153" fmla="*/ 9044815 w 9522997"/>
              <a:gd name="connsiteY153" fmla="*/ 7069206 h 7069206"/>
              <a:gd name="connsiteX154" fmla="*/ 7782414 w 9522997"/>
              <a:gd name="connsiteY154" fmla="*/ 7069206 h 7069206"/>
              <a:gd name="connsiteX155" fmla="*/ 7782413 w 9522997"/>
              <a:gd name="connsiteY155" fmla="*/ 7069204 h 7069206"/>
              <a:gd name="connsiteX156" fmla="*/ 7782411 w 9522997"/>
              <a:gd name="connsiteY156" fmla="*/ 7069204 h 7069206"/>
              <a:gd name="connsiteX157" fmla="*/ 7782410 w 9522997"/>
              <a:gd name="connsiteY157" fmla="*/ 7069204 h 7069206"/>
              <a:gd name="connsiteX158" fmla="*/ 7782410 w 9522997"/>
              <a:gd name="connsiteY158" fmla="*/ 7069202 h 7069206"/>
              <a:gd name="connsiteX159" fmla="*/ 7782409 w 9522997"/>
              <a:gd name="connsiteY159" fmla="*/ 7069202 h 7069206"/>
              <a:gd name="connsiteX160" fmla="*/ 7782408 w 9522997"/>
              <a:gd name="connsiteY160" fmla="*/ 7069200 h 7069206"/>
              <a:gd name="connsiteX161" fmla="*/ 7782407 w 9522997"/>
              <a:gd name="connsiteY161" fmla="*/ 7069200 h 7069206"/>
              <a:gd name="connsiteX162" fmla="*/ 7782406 w 9522997"/>
              <a:gd name="connsiteY162" fmla="*/ 7069200 h 7069206"/>
              <a:gd name="connsiteX163" fmla="*/ 7304224 w 9522997"/>
              <a:gd name="connsiteY163" fmla="*/ 6112836 h 7069206"/>
              <a:gd name="connsiteX164" fmla="*/ 7782406 w 9522997"/>
              <a:gd name="connsiteY164" fmla="*/ 5156472 h 7069206"/>
              <a:gd name="connsiteX165" fmla="*/ 7782407 w 9522997"/>
              <a:gd name="connsiteY165" fmla="*/ 5156472 h 7069206"/>
              <a:gd name="connsiteX166" fmla="*/ 9044811 w 9522997"/>
              <a:gd name="connsiteY166" fmla="*/ 5156472 h 7069206"/>
              <a:gd name="connsiteX167" fmla="*/ 9044811 w 9522997"/>
              <a:gd name="connsiteY167" fmla="*/ 5156472 h 7069206"/>
              <a:gd name="connsiteX168" fmla="*/ 9044812 w 9522997"/>
              <a:gd name="connsiteY168" fmla="*/ 5156474 h 7069206"/>
              <a:gd name="connsiteX169" fmla="*/ 9044813 w 9522997"/>
              <a:gd name="connsiteY169" fmla="*/ 5156474 h 7069206"/>
              <a:gd name="connsiteX170" fmla="*/ 9044814 w 9522997"/>
              <a:gd name="connsiteY170" fmla="*/ 5156476 h 7069206"/>
              <a:gd name="connsiteX171" fmla="*/ 9044814 w 9522997"/>
              <a:gd name="connsiteY171" fmla="*/ 5156476 h 7069206"/>
              <a:gd name="connsiteX172" fmla="*/ 9044815 w 9522997"/>
              <a:gd name="connsiteY172" fmla="*/ 5156478 h 7069206"/>
              <a:gd name="connsiteX173" fmla="*/ 9044815 w 9522997"/>
              <a:gd name="connsiteY173" fmla="*/ 5156478 h 706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9522997" h="7069206">
                <a:moveTo>
                  <a:pt x="2218765" y="1982580"/>
                </a:moveTo>
                <a:lnTo>
                  <a:pt x="1740583" y="2938944"/>
                </a:lnTo>
                <a:lnTo>
                  <a:pt x="478183" y="2938944"/>
                </a:lnTo>
                <a:lnTo>
                  <a:pt x="0" y="1982580"/>
                </a:lnTo>
                <a:lnTo>
                  <a:pt x="478183" y="1026216"/>
                </a:lnTo>
                <a:lnTo>
                  <a:pt x="1740583" y="1026216"/>
                </a:lnTo>
                <a:close/>
                <a:moveTo>
                  <a:pt x="2218766" y="4047706"/>
                </a:moveTo>
                <a:lnTo>
                  <a:pt x="1740584" y="5004070"/>
                </a:lnTo>
                <a:lnTo>
                  <a:pt x="478183" y="5004070"/>
                </a:lnTo>
                <a:lnTo>
                  <a:pt x="0" y="4047706"/>
                </a:lnTo>
                <a:lnTo>
                  <a:pt x="478183" y="3091342"/>
                </a:lnTo>
                <a:lnTo>
                  <a:pt x="1740584" y="3091342"/>
                </a:lnTo>
                <a:close/>
                <a:moveTo>
                  <a:pt x="2218767" y="6112832"/>
                </a:moveTo>
                <a:lnTo>
                  <a:pt x="1740585" y="7069196"/>
                </a:lnTo>
                <a:lnTo>
                  <a:pt x="478185" y="7069196"/>
                </a:lnTo>
                <a:lnTo>
                  <a:pt x="3" y="6112832"/>
                </a:lnTo>
                <a:lnTo>
                  <a:pt x="478185" y="5156468"/>
                </a:lnTo>
                <a:lnTo>
                  <a:pt x="1740585" y="5156468"/>
                </a:lnTo>
                <a:close/>
                <a:moveTo>
                  <a:pt x="4041460" y="956366"/>
                </a:moveTo>
                <a:lnTo>
                  <a:pt x="3563278" y="1912730"/>
                </a:lnTo>
                <a:lnTo>
                  <a:pt x="2300877" y="1912730"/>
                </a:lnTo>
                <a:lnTo>
                  <a:pt x="1822695" y="956366"/>
                </a:lnTo>
                <a:lnTo>
                  <a:pt x="2300877" y="2"/>
                </a:lnTo>
                <a:lnTo>
                  <a:pt x="3563278" y="2"/>
                </a:lnTo>
                <a:close/>
                <a:moveTo>
                  <a:pt x="4041461" y="3021493"/>
                </a:moveTo>
                <a:lnTo>
                  <a:pt x="3563279" y="3977858"/>
                </a:lnTo>
                <a:lnTo>
                  <a:pt x="2300878" y="3977858"/>
                </a:lnTo>
                <a:lnTo>
                  <a:pt x="1822696" y="3021493"/>
                </a:lnTo>
                <a:lnTo>
                  <a:pt x="2300878" y="2065129"/>
                </a:lnTo>
                <a:lnTo>
                  <a:pt x="3563279" y="2065129"/>
                </a:lnTo>
                <a:close/>
                <a:moveTo>
                  <a:pt x="4041462" y="5086620"/>
                </a:moveTo>
                <a:lnTo>
                  <a:pt x="3563280" y="6042984"/>
                </a:lnTo>
                <a:lnTo>
                  <a:pt x="2300879" y="6042984"/>
                </a:lnTo>
                <a:lnTo>
                  <a:pt x="1822697" y="5086620"/>
                </a:lnTo>
                <a:lnTo>
                  <a:pt x="2300879" y="4130256"/>
                </a:lnTo>
                <a:lnTo>
                  <a:pt x="3563280" y="4130256"/>
                </a:lnTo>
                <a:close/>
                <a:moveTo>
                  <a:pt x="5868637" y="1982585"/>
                </a:moveTo>
                <a:lnTo>
                  <a:pt x="5390456" y="2938949"/>
                </a:lnTo>
                <a:lnTo>
                  <a:pt x="4128055" y="2938949"/>
                </a:lnTo>
                <a:lnTo>
                  <a:pt x="3649873" y="1982585"/>
                </a:lnTo>
                <a:lnTo>
                  <a:pt x="4128055" y="1026221"/>
                </a:lnTo>
                <a:lnTo>
                  <a:pt x="5390456" y="1026221"/>
                </a:lnTo>
                <a:close/>
                <a:moveTo>
                  <a:pt x="5868638" y="6112840"/>
                </a:moveTo>
                <a:lnTo>
                  <a:pt x="5390458" y="7069204"/>
                </a:lnTo>
                <a:lnTo>
                  <a:pt x="4128057" y="7069204"/>
                </a:lnTo>
                <a:lnTo>
                  <a:pt x="3649875" y="6112840"/>
                </a:lnTo>
                <a:lnTo>
                  <a:pt x="4128057" y="5156476"/>
                </a:lnTo>
                <a:lnTo>
                  <a:pt x="5390458" y="5156476"/>
                </a:lnTo>
                <a:close/>
                <a:moveTo>
                  <a:pt x="5868638" y="4047712"/>
                </a:moveTo>
                <a:lnTo>
                  <a:pt x="5390457" y="5004076"/>
                </a:lnTo>
                <a:lnTo>
                  <a:pt x="4128056" y="5004076"/>
                </a:lnTo>
                <a:lnTo>
                  <a:pt x="3649874" y="4047712"/>
                </a:lnTo>
                <a:lnTo>
                  <a:pt x="4128056" y="3091348"/>
                </a:lnTo>
                <a:lnTo>
                  <a:pt x="5390457" y="3091348"/>
                </a:lnTo>
                <a:close/>
                <a:moveTo>
                  <a:pt x="7695814" y="956367"/>
                </a:moveTo>
                <a:lnTo>
                  <a:pt x="7217633" y="1912731"/>
                </a:lnTo>
                <a:lnTo>
                  <a:pt x="5955233" y="1912731"/>
                </a:lnTo>
                <a:lnTo>
                  <a:pt x="5955231" y="1912730"/>
                </a:lnTo>
                <a:lnTo>
                  <a:pt x="5955230" y="1912730"/>
                </a:lnTo>
                <a:lnTo>
                  <a:pt x="5955230" y="1912729"/>
                </a:lnTo>
                <a:lnTo>
                  <a:pt x="5955229" y="1912728"/>
                </a:lnTo>
                <a:lnTo>
                  <a:pt x="5838578" y="1679424"/>
                </a:lnTo>
                <a:lnTo>
                  <a:pt x="5477053" y="956367"/>
                </a:lnTo>
                <a:lnTo>
                  <a:pt x="5477053" y="956367"/>
                </a:lnTo>
                <a:lnTo>
                  <a:pt x="5477053" y="956366"/>
                </a:lnTo>
                <a:lnTo>
                  <a:pt x="5477053" y="956366"/>
                </a:lnTo>
                <a:lnTo>
                  <a:pt x="5477053" y="956365"/>
                </a:lnTo>
                <a:lnTo>
                  <a:pt x="5477053" y="956365"/>
                </a:lnTo>
                <a:lnTo>
                  <a:pt x="5477053" y="956364"/>
                </a:lnTo>
                <a:lnTo>
                  <a:pt x="5955229" y="0"/>
                </a:lnTo>
                <a:lnTo>
                  <a:pt x="7217628" y="0"/>
                </a:lnTo>
                <a:lnTo>
                  <a:pt x="7217629" y="1"/>
                </a:lnTo>
                <a:lnTo>
                  <a:pt x="7217631" y="1"/>
                </a:lnTo>
                <a:lnTo>
                  <a:pt x="7217632" y="2"/>
                </a:lnTo>
                <a:lnTo>
                  <a:pt x="7217632" y="3"/>
                </a:lnTo>
                <a:lnTo>
                  <a:pt x="7217633" y="3"/>
                </a:lnTo>
                <a:close/>
                <a:moveTo>
                  <a:pt x="7695815" y="3021494"/>
                </a:moveTo>
                <a:lnTo>
                  <a:pt x="7217633" y="3977858"/>
                </a:lnTo>
                <a:lnTo>
                  <a:pt x="7217633" y="3977858"/>
                </a:lnTo>
                <a:lnTo>
                  <a:pt x="5955233" y="3977858"/>
                </a:lnTo>
                <a:lnTo>
                  <a:pt x="5955231" y="3977858"/>
                </a:lnTo>
                <a:lnTo>
                  <a:pt x="5955230" y="3977856"/>
                </a:lnTo>
                <a:lnTo>
                  <a:pt x="5682012" y="3431409"/>
                </a:lnTo>
                <a:lnTo>
                  <a:pt x="5636517" y="3340420"/>
                </a:lnTo>
                <a:lnTo>
                  <a:pt x="5477054" y="3021494"/>
                </a:lnTo>
                <a:lnTo>
                  <a:pt x="5477054" y="3021494"/>
                </a:lnTo>
                <a:lnTo>
                  <a:pt x="5477054" y="3021493"/>
                </a:lnTo>
                <a:lnTo>
                  <a:pt x="5477054" y="3021493"/>
                </a:lnTo>
                <a:lnTo>
                  <a:pt x="5477054" y="3021492"/>
                </a:lnTo>
                <a:lnTo>
                  <a:pt x="5955230" y="2065128"/>
                </a:lnTo>
                <a:lnTo>
                  <a:pt x="7217629" y="2065128"/>
                </a:lnTo>
                <a:lnTo>
                  <a:pt x="7217631" y="2065129"/>
                </a:lnTo>
                <a:lnTo>
                  <a:pt x="7217633" y="2065129"/>
                </a:lnTo>
                <a:lnTo>
                  <a:pt x="7217633" y="2065130"/>
                </a:lnTo>
                <a:lnTo>
                  <a:pt x="7217633" y="2065130"/>
                </a:lnTo>
                <a:close/>
                <a:moveTo>
                  <a:pt x="7695817" y="5086622"/>
                </a:moveTo>
                <a:lnTo>
                  <a:pt x="7217634" y="6042986"/>
                </a:lnTo>
                <a:lnTo>
                  <a:pt x="5955234" y="6042986"/>
                </a:lnTo>
                <a:lnTo>
                  <a:pt x="5955233" y="6042984"/>
                </a:lnTo>
                <a:lnTo>
                  <a:pt x="5955230" y="6042984"/>
                </a:lnTo>
                <a:lnTo>
                  <a:pt x="5642592" y="5417696"/>
                </a:lnTo>
                <a:lnTo>
                  <a:pt x="5477055" y="5086622"/>
                </a:lnTo>
                <a:lnTo>
                  <a:pt x="5477056" y="5086621"/>
                </a:lnTo>
                <a:lnTo>
                  <a:pt x="5477055" y="5086620"/>
                </a:lnTo>
                <a:lnTo>
                  <a:pt x="5955230" y="4130256"/>
                </a:lnTo>
                <a:lnTo>
                  <a:pt x="7217631" y="4130256"/>
                </a:lnTo>
                <a:lnTo>
                  <a:pt x="7217632" y="4130258"/>
                </a:lnTo>
                <a:lnTo>
                  <a:pt x="7217634" y="4130258"/>
                </a:lnTo>
                <a:close/>
                <a:moveTo>
                  <a:pt x="9522995" y="1982589"/>
                </a:moveTo>
                <a:lnTo>
                  <a:pt x="9044813" y="2938953"/>
                </a:lnTo>
                <a:lnTo>
                  <a:pt x="7782412" y="2938953"/>
                </a:lnTo>
                <a:lnTo>
                  <a:pt x="7782412" y="2938952"/>
                </a:lnTo>
                <a:lnTo>
                  <a:pt x="7782412" y="2938952"/>
                </a:lnTo>
                <a:lnTo>
                  <a:pt x="7782411" y="2938952"/>
                </a:lnTo>
                <a:lnTo>
                  <a:pt x="7782411" y="2938951"/>
                </a:lnTo>
                <a:lnTo>
                  <a:pt x="7782410" y="2938951"/>
                </a:lnTo>
                <a:lnTo>
                  <a:pt x="7782409" y="2938948"/>
                </a:lnTo>
                <a:lnTo>
                  <a:pt x="7782408" y="2938948"/>
                </a:lnTo>
                <a:lnTo>
                  <a:pt x="7782408" y="2938948"/>
                </a:lnTo>
                <a:lnTo>
                  <a:pt x="7782408" y="2938947"/>
                </a:lnTo>
                <a:lnTo>
                  <a:pt x="7782407" y="2938947"/>
                </a:lnTo>
                <a:lnTo>
                  <a:pt x="7782407" y="2938947"/>
                </a:lnTo>
                <a:lnTo>
                  <a:pt x="7782407" y="2938946"/>
                </a:lnTo>
                <a:lnTo>
                  <a:pt x="7782406" y="2938946"/>
                </a:lnTo>
                <a:lnTo>
                  <a:pt x="7782406" y="2938945"/>
                </a:lnTo>
                <a:lnTo>
                  <a:pt x="7782404" y="2938945"/>
                </a:lnTo>
                <a:lnTo>
                  <a:pt x="7304223" y="1982581"/>
                </a:lnTo>
                <a:lnTo>
                  <a:pt x="7304222" y="1982578"/>
                </a:lnTo>
                <a:lnTo>
                  <a:pt x="7782403" y="1026214"/>
                </a:lnTo>
                <a:lnTo>
                  <a:pt x="9044808" y="1026214"/>
                </a:lnTo>
                <a:lnTo>
                  <a:pt x="9245750" y="1428099"/>
                </a:lnTo>
                <a:lnTo>
                  <a:pt x="9522995" y="1982588"/>
                </a:lnTo>
                <a:close/>
                <a:moveTo>
                  <a:pt x="9522997" y="4047716"/>
                </a:moveTo>
                <a:lnTo>
                  <a:pt x="9044815" y="5004080"/>
                </a:lnTo>
                <a:lnTo>
                  <a:pt x="7782413" y="5004080"/>
                </a:lnTo>
                <a:lnTo>
                  <a:pt x="7782412" y="5004078"/>
                </a:lnTo>
                <a:lnTo>
                  <a:pt x="7782411" y="5004078"/>
                </a:lnTo>
                <a:lnTo>
                  <a:pt x="7782410" y="5004076"/>
                </a:lnTo>
                <a:lnTo>
                  <a:pt x="7782409" y="5004076"/>
                </a:lnTo>
                <a:lnTo>
                  <a:pt x="7782408" y="5004074"/>
                </a:lnTo>
                <a:lnTo>
                  <a:pt x="7782407" y="5004074"/>
                </a:lnTo>
                <a:lnTo>
                  <a:pt x="7782406" y="5004072"/>
                </a:lnTo>
                <a:lnTo>
                  <a:pt x="7782404" y="5004072"/>
                </a:lnTo>
                <a:lnTo>
                  <a:pt x="7304223" y="4047708"/>
                </a:lnTo>
                <a:lnTo>
                  <a:pt x="7304223" y="4047706"/>
                </a:lnTo>
                <a:lnTo>
                  <a:pt x="7782404" y="3091342"/>
                </a:lnTo>
                <a:lnTo>
                  <a:pt x="9044810" y="3091342"/>
                </a:lnTo>
                <a:lnTo>
                  <a:pt x="9044813" y="3091349"/>
                </a:lnTo>
                <a:lnTo>
                  <a:pt x="9044814" y="3091350"/>
                </a:lnTo>
                <a:lnTo>
                  <a:pt x="9044814" y="3091350"/>
                </a:lnTo>
                <a:lnTo>
                  <a:pt x="9522996" y="4047714"/>
                </a:lnTo>
                <a:lnTo>
                  <a:pt x="9522996" y="4047715"/>
                </a:lnTo>
                <a:close/>
                <a:moveTo>
                  <a:pt x="9522997" y="6112842"/>
                </a:moveTo>
                <a:lnTo>
                  <a:pt x="9044815" y="7069206"/>
                </a:lnTo>
                <a:lnTo>
                  <a:pt x="7782414" y="7069206"/>
                </a:lnTo>
                <a:lnTo>
                  <a:pt x="7782413" y="7069204"/>
                </a:lnTo>
                <a:lnTo>
                  <a:pt x="7782411" y="7069204"/>
                </a:lnTo>
                <a:lnTo>
                  <a:pt x="7782410" y="7069204"/>
                </a:lnTo>
                <a:lnTo>
                  <a:pt x="7782410" y="7069202"/>
                </a:lnTo>
                <a:lnTo>
                  <a:pt x="7782409" y="7069202"/>
                </a:lnTo>
                <a:lnTo>
                  <a:pt x="7782408" y="7069200"/>
                </a:lnTo>
                <a:lnTo>
                  <a:pt x="7782407" y="7069200"/>
                </a:lnTo>
                <a:lnTo>
                  <a:pt x="7782406" y="7069200"/>
                </a:lnTo>
                <a:lnTo>
                  <a:pt x="7304224" y="6112836"/>
                </a:lnTo>
                <a:lnTo>
                  <a:pt x="7782406" y="5156472"/>
                </a:lnTo>
                <a:lnTo>
                  <a:pt x="7782407" y="5156472"/>
                </a:lnTo>
                <a:lnTo>
                  <a:pt x="9044811" y="5156472"/>
                </a:lnTo>
                <a:lnTo>
                  <a:pt x="9044811" y="5156472"/>
                </a:lnTo>
                <a:lnTo>
                  <a:pt x="9044812" y="5156474"/>
                </a:lnTo>
                <a:lnTo>
                  <a:pt x="9044813" y="5156474"/>
                </a:lnTo>
                <a:lnTo>
                  <a:pt x="9044814" y="5156476"/>
                </a:lnTo>
                <a:lnTo>
                  <a:pt x="9044814" y="5156476"/>
                </a:lnTo>
                <a:lnTo>
                  <a:pt x="9044815" y="5156478"/>
                </a:lnTo>
                <a:lnTo>
                  <a:pt x="9044815" y="5156478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4961BDC-7F9C-4368-98A9-8767A445C6D0}"/>
              </a:ext>
            </a:extLst>
          </p:cNvPr>
          <p:cNvSpPr/>
          <p:nvPr/>
        </p:nvSpPr>
        <p:spPr>
          <a:xfrm rot="16200000">
            <a:off x="-571634" y="-92213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54798-E483-4550-916B-893235247AB4}"/>
              </a:ext>
            </a:extLst>
          </p:cNvPr>
          <p:cNvSpPr txBox="1"/>
          <p:nvPr/>
        </p:nvSpPr>
        <p:spPr>
          <a:xfrm>
            <a:off x="419098" y="598438"/>
            <a:ext cx="70692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Gradient Boosting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17409-AE82-4662-B1FD-FB770AE0931C}"/>
              </a:ext>
            </a:extLst>
          </p:cNvPr>
          <p:cNvSpPr txBox="1"/>
          <p:nvPr/>
        </p:nvSpPr>
        <p:spPr>
          <a:xfrm>
            <a:off x="704851" y="3246060"/>
            <a:ext cx="510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It is a boosting algorithm in which a weak learner’s errors are conveyed to the subsequent weak learner via residuals and a learning rate to prevent overfitting.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D4C7CC1-847C-4902-8AA8-42E012FC2F48}"/>
              </a:ext>
            </a:extLst>
          </p:cNvPr>
          <p:cNvSpPr/>
          <p:nvPr/>
        </p:nvSpPr>
        <p:spPr>
          <a:xfrm rot="16200000">
            <a:off x="10596251" y="4528714"/>
            <a:ext cx="1104198" cy="951895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8F81C20-2DC3-453E-9FBE-3E5CCA0E6C87}"/>
              </a:ext>
            </a:extLst>
          </p:cNvPr>
          <p:cNvSpPr/>
          <p:nvPr/>
        </p:nvSpPr>
        <p:spPr>
          <a:xfrm rot="16200000">
            <a:off x="8279424" y="4702681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85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0326CB-838F-41D3-9650-B1D765C762F5}"/>
              </a:ext>
            </a:extLst>
          </p:cNvPr>
          <p:cNvSpPr/>
          <p:nvPr/>
        </p:nvSpPr>
        <p:spPr>
          <a:xfrm>
            <a:off x="1907455" y="1186934"/>
            <a:ext cx="83770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Predicting the Salaries of Students with Their IQ and CGPA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499AE-EB69-4896-A4EE-DF5671CD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2" y="2445767"/>
            <a:ext cx="2564585" cy="2304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D1018-EFB9-46E0-A172-C0A2416D513B}"/>
              </a:ext>
            </a:extLst>
          </p:cNvPr>
          <p:cNvSpPr txBox="1"/>
          <p:nvPr/>
        </p:nvSpPr>
        <p:spPr>
          <a:xfrm>
            <a:off x="6097130" y="2951946"/>
            <a:ext cx="5810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first prediction is an average of Salaries = 4.8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FF7D5-CD45-44B8-A6DA-2964CA8A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2" y="7081743"/>
            <a:ext cx="4626110" cy="2304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0F217D-E930-4E02-95BA-92C690F8D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081743"/>
            <a:ext cx="4709169" cy="3557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E85FD4-20F3-49D7-8D2F-089880DB429C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</p:spTree>
    <p:extLst>
      <p:ext uri="{BB962C8B-B14F-4D97-AF65-F5344CB8AC3E}">
        <p14:creationId xmlns:p14="http://schemas.microsoft.com/office/powerpoint/2010/main" val="1534193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4499AE-EB69-4896-A4EE-DF5671CD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0138" y="2445767"/>
            <a:ext cx="2564585" cy="2304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D1018-EFB9-46E0-A172-C0A2416D513B}"/>
              </a:ext>
            </a:extLst>
          </p:cNvPr>
          <p:cNvSpPr txBox="1"/>
          <p:nvPr/>
        </p:nvSpPr>
        <p:spPr>
          <a:xfrm>
            <a:off x="12897980" y="2951946"/>
            <a:ext cx="5810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first prediction is an average of Salaries = 4.8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0E2081-876A-4968-AAFB-796DB86B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2" y="2445766"/>
            <a:ext cx="4626110" cy="2304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5AA65-EFE8-4538-A419-9DB5DB3D3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45766"/>
            <a:ext cx="4709169" cy="35570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30DA48-6FC9-45D5-807B-036F499CDCB8}"/>
              </a:ext>
            </a:extLst>
          </p:cNvPr>
          <p:cNvSpPr/>
          <p:nvPr/>
        </p:nvSpPr>
        <p:spPr>
          <a:xfrm>
            <a:off x="1907455" y="1186934"/>
            <a:ext cx="8377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Training Decision Tree on IQ, CGPA and Res1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0B8871-2D1C-4E2B-9587-FB1B77086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1" y="7282046"/>
            <a:ext cx="6629669" cy="24286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D95B3A-0103-4C42-BCD8-0B30D1989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115" y="7282046"/>
            <a:ext cx="4709169" cy="3557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E8C09E-A5A9-48AB-900A-9F4CAD81D17C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</p:spTree>
    <p:extLst>
      <p:ext uri="{BB962C8B-B14F-4D97-AF65-F5344CB8AC3E}">
        <p14:creationId xmlns:p14="http://schemas.microsoft.com/office/powerpoint/2010/main" val="158919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0326CB-838F-41D3-9650-B1D765C762F5}"/>
              </a:ext>
            </a:extLst>
          </p:cNvPr>
          <p:cNvSpPr/>
          <p:nvPr/>
        </p:nvSpPr>
        <p:spPr>
          <a:xfrm>
            <a:off x="1907455" y="1186934"/>
            <a:ext cx="8377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Training Decision Tree on IQ, CGPA and Res2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0E2081-876A-4968-AAFB-796DB86B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04088" y="2445766"/>
            <a:ext cx="4626110" cy="2304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5AA65-EFE8-4538-A419-9DB5DB3D3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100" y="2445766"/>
            <a:ext cx="4709169" cy="35570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2B35B3-278C-42D0-AFC0-CA3683CC6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1" y="2386196"/>
            <a:ext cx="6629669" cy="2428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68B2B-69CB-416B-843F-12F522901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115" y="2386196"/>
            <a:ext cx="4709169" cy="3557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A50D4E-E5A6-4806-9B19-81775724A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311" y="7272613"/>
            <a:ext cx="10273904" cy="28993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0F3D89-2912-4A4A-80C3-7035DDDF399D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</p:spTree>
    <p:extLst>
      <p:ext uri="{BB962C8B-B14F-4D97-AF65-F5344CB8AC3E}">
        <p14:creationId xmlns:p14="http://schemas.microsoft.com/office/powerpoint/2010/main" val="353299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CE3A5-7794-412A-AF30-FDF603922962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326CB-838F-41D3-9650-B1D765C762F5}"/>
              </a:ext>
            </a:extLst>
          </p:cNvPr>
          <p:cNvSpPr/>
          <p:nvPr/>
        </p:nvSpPr>
        <p:spPr>
          <a:xfrm>
            <a:off x="1907455" y="1186934"/>
            <a:ext cx="8377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Black" panose="020B0A04020102020204" pitchFamily="34" charset="0"/>
              </a:rPr>
              <a:t>Training Decision Tree on IQ, CGPA and Res2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B35B3-278C-42D0-AFC0-CA3683CC6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96419" y="2386196"/>
            <a:ext cx="6629669" cy="2428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68B2B-69CB-416B-843F-12F522901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915" y="2386196"/>
            <a:ext cx="4709169" cy="3557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DA3F71-1E4F-4672-AE2C-2DDE57F37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630" y="2386196"/>
            <a:ext cx="10273904" cy="28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99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8480C-3ADB-4E7B-8F62-374801C77162}"/>
              </a:ext>
            </a:extLst>
          </p:cNvPr>
          <p:cNvSpPr txBox="1"/>
          <p:nvPr/>
        </p:nvSpPr>
        <p:spPr>
          <a:xfrm>
            <a:off x="762830" y="0"/>
            <a:ext cx="11124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73E19-98A6-4859-BA07-2F93F338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36" y="1712054"/>
            <a:ext cx="3833914" cy="4660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101D5D-C8AA-4A2A-A33C-B17C91515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154" y="1807919"/>
            <a:ext cx="7990723" cy="40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22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8480C-3ADB-4E7B-8F62-374801C77162}"/>
              </a:ext>
            </a:extLst>
          </p:cNvPr>
          <p:cNvSpPr txBox="1"/>
          <p:nvPr/>
        </p:nvSpPr>
        <p:spPr>
          <a:xfrm>
            <a:off x="762830" y="0"/>
            <a:ext cx="11124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73E19-98A6-4859-BA07-2F93F338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96047" y="1712054"/>
            <a:ext cx="3833914" cy="4660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CC70CE-2B7E-45E0-AB17-AB10FCF25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19" y="1807919"/>
            <a:ext cx="7990723" cy="40581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/>
              <p:nvPr/>
            </p:nvSpPr>
            <p:spPr>
              <a:xfrm>
                <a:off x="8347521" y="2361795"/>
                <a:ext cx="4010733" cy="156523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Log of Odds=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b="0" i="1" cap="none" spc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#0</m:t>
                        </m:r>
                      </m:den>
                    </m:f>
                  </m:oMath>
                </a14:m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 algn="ctr"/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(1+</m:t>
                        </m:r>
                        <m:sSup>
                          <m:sSupPr>
                            <m:ctrlP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𝑙𝑜𝑑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𝑜𝑑𝑑𝑠</m:t>
                            </m:r>
                          </m:sup>
                        </m:sSup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521" y="2361795"/>
                <a:ext cx="4010733" cy="1565237"/>
              </a:xfrm>
              <a:prstGeom prst="rect">
                <a:avLst/>
              </a:prstGeom>
              <a:blipFill>
                <a:blip r:embed="rId4"/>
                <a:stretch>
                  <a:fillRect b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90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8480C-3ADB-4E7B-8F62-374801C77162}"/>
              </a:ext>
            </a:extLst>
          </p:cNvPr>
          <p:cNvSpPr txBox="1"/>
          <p:nvPr/>
        </p:nvSpPr>
        <p:spPr>
          <a:xfrm>
            <a:off x="762830" y="0"/>
            <a:ext cx="11124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C70CE-2B7E-45E0-AB17-AB10FCF25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43832" y="1807919"/>
            <a:ext cx="7990723" cy="40581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/>
              <p:nvPr/>
            </p:nvSpPr>
            <p:spPr>
              <a:xfrm>
                <a:off x="8347521" y="830997"/>
                <a:ext cx="4010733" cy="156523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Log of Odds=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b="0" i="1" cap="none" spc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#0</m:t>
                        </m:r>
                      </m:den>
                    </m:f>
                  </m:oMath>
                </a14:m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 algn="ctr"/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(1+</m:t>
                        </m:r>
                        <m:sSup>
                          <m:sSupPr>
                            <m:ctrlP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𝑙𝑜𝑑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𝑜𝑑𝑑𝑠</m:t>
                            </m:r>
                          </m:sup>
                        </m:sSup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521" y="830997"/>
                <a:ext cx="4010733" cy="1565237"/>
              </a:xfrm>
              <a:prstGeom prst="rect">
                <a:avLst/>
              </a:prstGeom>
              <a:blipFill>
                <a:blip r:embed="rId3"/>
                <a:stretch>
                  <a:fillRect b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39AD84A-9A87-4472-8A13-8321C50A57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41" y="1807919"/>
            <a:ext cx="4709169" cy="3557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C30D8-D0A1-46A7-9ED1-5C10EDD0EC00}"/>
                  </a:ext>
                </a:extLst>
              </p:cNvPr>
              <p:cNvSpPr txBox="1"/>
              <p:nvPr/>
            </p:nvSpPr>
            <p:spPr>
              <a:xfrm>
                <a:off x="6081444" y="3492459"/>
                <a:ext cx="6110556" cy="689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Transformed_lod_odds=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𝑹𝒆𝒔𝒊𝒅𝒖𝒂𝒍𝒔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𝒕𝒉𝒆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𝒍𝒆𝒂𝒇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𝒏𝒐𝒅𝒆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𝑷𝒓𝒆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𝑷𝒓𝒐𝒃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𝑷𝒓𝒆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𝑷𝒓𝒐𝒃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den>
                    </m:f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C30D8-D0A1-46A7-9ED1-5C10EDD0E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444" y="3492459"/>
                <a:ext cx="6110556" cy="689035"/>
              </a:xfrm>
              <a:prstGeom prst="rect">
                <a:avLst/>
              </a:prstGeom>
              <a:blipFill>
                <a:blip r:embed="rId5"/>
                <a:stretch>
                  <a:fillRect l="-1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120649E-954B-48ED-A296-C29B40E810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721" y="8026404"/>
            <a:ext cx="8304557" cy="280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11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8480C-3ADB-4E7B-8F62-374801C77162}"/>
              </a:ext>
            </a:extLst>
          </p:cNvPr>
          <p:cNvSpPr txBox="1"/>
          <p:nvPr/>
        </p:nvSpPr>
        <p:spPr>
          <a:xfrm>
            <a:off x="762830" y="0"/>
            <a:ext cx="11124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/>
              <p:nvPr/>
            </p:nvSpPr>
            <p:spPr>
              <a:xfrm>
                <a:off x="17285044" y="830997"/>
                <a:ext cx="4010733" cy="156523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Log of Odds=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b="0" i="1" cap="none" spc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#0</m:t>
                        </m:r>
                      </m:den>
                    </m:f>
                  </m:oMath>
                </a14:m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 algn="ctr"/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(1+</m:t>
                        </m:r>
                        <m:sSup>
                          <m:sSupPr>
                            <m:ctrlP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𝑙𝑜𝑑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2400" b="0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𝑜𝑑𝑑𝑠</m:t>
                            </m:r>
                          </m:sup>
                        </m:sSup>
                        <m:r>
                          <a:rPr lang="en-US" sz="24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AE138B-43E4-43AD-BFA6-4A0BE30A7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5044" y="830997"/>
                <a:ext cx="4010733" cy="1565237"/>
              </a:xfrm>
              <a:prstGeom prst="rect">
                <a:avLst/>
              </a:prstGeom>
              <a:blipFill>
                <a:blip r:embed="rId2"/>
                <a:stretch>
                  <a:fillRect b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39AD84A-9A87-4472-8A13-8321C50A5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2904" y="1807919"/>
            <a:ext cx="4709169" cy="3557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C30D8-D0A1-46A7-9ED1-5C10EDD0EC00}"/>
                  </a:ext>
                </a:extLst>
              </p:cNvPr>
              <p:cNvSpPr txBox="1"/>
              <p:nvPr/>
            </p:nvSpPr>
            <p:spPr>
              <a:xfrm>
                <a:off x="15018967" y="3492459"/>
                <a:ext cx="6110556" cy="689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Transformed_lod_odds=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𝑹𝒆𝒔𝒊𝒅𝒖𝒂𝒍𝒔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𝒕𝒉𝒆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𝒍𝒆𝒂𝒇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𝒏𝒐𝒅𝒆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𝑷𝒓𝒆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𝑷𝒓𝒐𝒃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𝑷𝒓𝒆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𝑷𝒓𝒐𝒃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den>
                    </m:f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7C30D8-D0A1-46A7-9ED1-5C10EDD0E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8967" y="3492459"/>
                <a:ext cx="6110556" cy="689035"/>
              </a:xfrm>
              <a:prstGeom prst="rect">
                <a:avLst/>
              </a:prstGeom>
              <a:blipFill>
                <a:blip r:embed="rId4"/>
                <a:stretch>
                  <a:fillRect l="-1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8535395-9B2A-4FED-BD0A-868402D74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721" y="2393466"/>
            <a:ext cx="8304557" cy="2802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821EB-0F8B-4F00-B45A-9C90BA1F9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67" y="8358660"/>
            <a:ext cx="11699665" cy="310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44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8480C-3ADB-4E7B-8F62-374801C77162}"/>
              </a:ext>
            </a:extLst>
          </p:cNvPr>
          <p:cNvSpPr txBox="1"/>
          <p:nvPr/>
        </p:nvSpPr>
        <p:spPr>
          <a:xfrm>
            <a:off x="762830" y="0"/>
            <a:ext cx="11124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35395-9B2A-4FED-BD0A-868402D7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58079" y="2393466"/>
            <a:ext cx="8304557" cy="2802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821EB-0F8B-4F00-B45A-9C90BA1F9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67" y="2244483"/>
            <a:ext cx="11699665" cy="310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009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4E33188-BE78-4AD9-A2A6-B560CAB64C61}"/>
              </a:ext>
            </a:extLst>
          </p:cNvPr>
          <p:cNvSpPr/>
          <p:nvPr/>
        </p:nvSpPr>
        <p:spPr>
          <a:xfrm rot="16200000">
            <a:off x="4869106" y="-3534603"/>
            <a:ext cx="9522997" cy="7069206"/>
          </a:xfrm>
          <a:custGeom>
            <a:avLst/>
            <a:gdLst>
              <a:gd name="connsiteX0" fmla="*/ 2218765 w 9522997"/>
              <a:gd name="connsiteY0" fmla="*/ 1982580 h 7069206"/>
              <a:gd name="connsiteX1" fmla="*/ 1740583 w 9522997"/>
              <a:gd name="connsiteY1" fmla="*/ 2938944 h 7069206"/>
              <a:gd name="connsiteX2" fmla="*/ 478183 w 9522997"/>
              <a:gd name="connsiteY2" fmla="*/ 2938944 h 7069206"/>
              <a:gd name="connsiteX3" fmla="*/ 0 w 9522997"/>
              <a:gd name="connsiteY3" fmla="*/ 1982580 h 7069206"/>
              <a:gd name="connsiteX4" fmla="*/ 478183 w 9522997"/>
              <a:gd name="connsiteY4" fmla="*/ 1026216 h 7069206"/>
              <a:gd name="connsiteX5" fmla="*/ 1740583 w 9522997"/>
              <a:gd name="connsiteY5" fmla="*/ 1026216 h 7069206"/>
              <a:gd name="connsiteX6" fmla="*/ 2218766 w 9522997"/>
              <a:gd name="connsiteY6" fmla="*/ 4047706 h 7069206"/>
              <a:gd name="connsiteX7" fmla="*/ 1740584 w 9522997"/>
              <a:gd name="connsiteY7" fmla="*/ 5004070 h 7069206"/>
              <a:gd name="connsiteX8" fmla="*/ 478183 w 9522997"/>
              <a:gd name="connsiteY8" fmla="*/ 5004070 h 7069206"/>
              <a:gd name="connsiteX9" fmla="*/ 0 w 9522997"/>
              <a:gd name="connsiteY9" fmla="*/ 4047706 h 7069206"/>
              <a:gd name="connsiteX10" fmla="*/ 478183 w 9522997"/>
              <a:gd name="connsiteY10" fmla="*/ 3091342 h 7069206"/>
              <a:gd name="connsiteX11" fmla="*/ 1740584 w 9522997"/>
              <a:gd name="connsiteY11" fmla="*/ 3091342 h 7069206"/>
              <a:gd name="connsiteX12" fmla="*/ 2218767 w 9522997"/>
              <a:gd name="connsiteY12" fmla="*/ 6112832 h 7069206"/>
              <a:gd name="connsiteX13" fmla="*/ 1740585 w 9522997"/>
              <a:gd name="connsiteY13" fmla="*/ 7069196 h 7069206"/>
              <a:gd name="connsiteX14" fmla="*/ 478185 w 9522997"/>
              <a:gd name="connsiteY14" fmla="*/ 7069196 h 7069206"/>
              <a:gd name="connsiteX15" fmla="*/ 3 w 9522997"/>
              <a:gd name="connsiteY15" fmla="*/ 6112832 h 7069206"/>
              <a:gd name="connsiteX16" fmla="*/ 478185 w 9522997"/>
              <a:gd name="connsiteY16" fmla="*/ 5156468 h 7069206"/>
              <a:gd name="connsiteX17" fmla="*/ 1740585 w 9522997"/>
              <a:gd name="connsiteY17" fmla="*/ 5156468 h 7069206"/>
              <a:gd name="connsiteX18" fmla="*/ 4041460 w 9522997"/>
              <a:gd name="connsiteY18" fmla="*/ 956366 h 7069206"/>
              <a:gd name="connsiteX19" fmla="*/ 3563278 w 9522997"/>
              <a:gd name="connsiteY19" fmla="*/ 1912730 h 7069206"/>
              <a:gd name="connsiteX20" fmla="*/ 2300877 w 9522997"/>
              <a:gd name="connsiteY20" fmla="*/ 1912730 h 7069206"/>
              <a:gd name="connsiteX21" fmla="*/ 1822695 w 9522997"/>
              <a:gd name="connsiteY21" fmla="*/ 956366 h 7069206"/>
              <a:gd name="connsiteX22" fmla="*/ 2300877 w 9522997"/>
              <a:gd name="connsiteY22" fmla="*/ 2 h 7069206"/>
              <a:gd name="connsiteX23" fmla="*/ 3563278 w 9522997"/>
              <a:gd name="connsiteY23" fmla="*/ 2 h 7069206"/>
              <a:gd name="connsiteX24" fmla="*/ 4041461 w 9522997"/>
              <a:gd name="connsiteY24" fmla="*/ 3021493 h 7069206"/>
              <a:gd name="connsiteX25" fmla="*/ 3563279 w 9522997"/>
              <a:gd name="connsiteY25" fmla="*/ 3977858 h 7069206"/>
              <a:gd name="connsiteX26" fmla="*/ 2300878 w 9522997"/>
              <a:gd name="connsiteY26" fmla="*/ 3977858 h 7069206"/>
              <a:gd name="connsiteX27" fmla="*/ 1822696 w 9522997"/>
              <a:gd name="connsiteY27" fmla="*/ 3021493 h 7069206"/>
              <a:gd name="connsiteX28" fmla="*/ 2300878 w 9522997"/>
              <a:gd name="connsiteY28" fmla="*/ 2065129 h 7069206"/>
              <a:gd name="connsiteX29" fmla="*/ 3563279 w 9522997"/>
              <a:gd name="connsiteY29" fmla="*/ 2065129 h 7069206"/>
              <a:gd name="connsiteX30" fmla="*/ 4041462 w 9522997"/>
              <a:gd name="connsiteY30" fmla="*/ 5086620 h 7069206"/>
              <a:gd name="connsiteX31" fmla="*/ 3563280 w 9522997"/>
              <a:gd name="connsiteY31" fmla="*/ 6042984 h 7069206"/>
              <a:gd name="connsiteX32" fmla="*/ 2300879 w 9522997"/>
              <a:gd name="connsiteY32" fmla="*/ 6042984 h 7069206"/>
              <a:gd name="connsiteX33" fmla="*/ 1822697 w 9522997"/>
              <a:gd name="connsiteY33" fmla="*/ 5086620 h 7069206"/>
              <a:gd name="connsiteX34" fmla="*/ 2300879 w 9522997"/>
              <a:gd name="connsiteY34" fmla="*/ 4130256 h 7069206"/>
              <a:gd name="connsiteX35" fmla="*/ 3563280 w 9522997"/>
              <a:gd name="connsiteY35" fmla="*/ 4130256 h 7069206"/>
              <a:gd name="connsiteX36" fmla="*/ 5868637 w 9522997"/>
              <a:gd name="connsiteY36" fmla="*/ 1982585 h 7069206"/>
              <a:gd name="connsiteX37" fmla="*/ 5390456 w 9522997"/>
              <a:gd name="connsiteY37" fmla="*/ 2938949 h 7069206"/>
              <a:gd name="connsiteX38" fmla="*/ 4128055 w 9522997"/>
              <a:gd name="connsiteY38" fmla="*/ 2938949 h 7069206"/>
              <a:gd name="connsiteX39" fmla="*/ 3649873 w 9522997"/>
              <a:gd name="connsiteY39" fmla="*/ 1982585 h 7069206"/>
              <a:gd name="connsiteX40" fmla="*/ 4128055 w 9522997"/>
              <a:gd name="connsiteY40" fmla="*/ 1026221 h 7069206"/>
              <a:gd name="connsiteX41" fmla="*/ 5390456 w 9522997"/>
              <a:gd name="connsiteY41" fmla="*/ 1026221 h 7069206"/>
              <a:gd name="connsiteX42" fmla="*/ 5868638 w 9522997"/>
              <a:gd name="connsiteY42" fmla="*/ 6112840 h 7069206"/>
              <a:gd name="connsiteX43" fmla="*/ 5390458 w 9522997"/>
              <a:gd name="connsiteY43" fmla="*/ 7069204 h 7069206"/>
              <a:gd name="connsiteX44" fmla="*/ 4128057 w 9522997"/>
              <a:gd name="connsiteY44" fmla="*/ 7069204 h 7069206"/>
              <a:gd name="connsiteX45" fmla="*/ 3649875 w 9522997"/>
              <a:gd name="connsiteY45" fmla="*/ 6112840 h 7069206"/>
              <a:gd name="connsiteX46" fmla="*/ 4128057 w 9522997"/>
              <a:gd name="connsiteY46" fmla="*/ 5156476 h 7069206"/>
              <a:gd name="connsiteX47" fmla="*/ 5390458 w 9522997"/>
              <a:gd name="connsiteY47" fmla="*/ 5156476 h 7069206"/>
              <a:gd name="connsiteX48" fmla="*/ 5868638 w 9522997"/>
              <a:gd name="connsiteY48" fmla="*/ 4047712 h 7069206"/>
              <a:gd name="connsiteX49" fmla="*/ 5390457 w 9522997"/>
              <a:gd name="connsiteY49" fmla="*/ 5004076 h 7069206"/>
              <a:gd name="connsiteX50" fmla="*/ 4128056 w 9522997"/>
              <a:gd name="connsiteY50" fmla="*/ 5004076 h 7069206"/>
              <a:gd name="connsiteX51" fmla="*/ 3649874 w 9522997"/>
              <a:gd name="connsiteY51" fmla="*/ 4047712 h 7069206"/>
              <a:gd name="connsiteX52" fmla="*/ 4128056 w 9522997"/>
              <a:gd name="connsiteY52" fmla="*/ 3091348 h 7069206"/>
              <a:gd name="connsiteX53" fmla="*/ 5390457 w 9522997"/>
              <a:gd name="connsiteY53" fmla="*/ 3091348 h 7069206"/>
              <a:gd name="connsiteX54" fmla="*/ 7695814 w 9522997"/>
              <a:gd name="connsiteY54" fmla="*/ 956367 h 7069206"/>
              <a:gd name="connsiteX55" fmla="*/ 7217633 w 9522997"/>
              <a:gd name="connsiteY55" fmla="*/ 1912731 h 7069206"/>
              <a:gd name="connsiteX56" fmla="*/ 5955233 w 9522997"/>
              <a:gd name="connsiteY56" fmla="*/ 1912731 h 7069206"/>
              <a:gd name="connsiteX57" fmla="*/ 5955231 w 9522997"/>
              <a:gd name="connsiteY57" fmla="*/ 1912730 h 7069206"/>
              <a:gd name="connsiteX58" fmla="*/ 5955230 w 9522997"/>
              <a:gd name="connsiteY58" fmla="*/ 1912730 h 7069206"/>
              <a:gd name="connsiteX59" fmla="*/ 5955230 w 9522997"/>
              <a:gd name="connsiteY59" fmla="*/ 1912729 h 7069206"/>
              <a:gd name="connsiteX60" fmla="*/ 5955229 w 9522997"/>
              <a:gd name="connsiteY60" fmla="*/ 1912728 h 7069206"/>
              <a:gd name="connsiteX61" fmla="*/ 5838578 w 9522997"/>
              <a:gd name="connsiteY61" fmla="*/ 1679424 h 7069206"/>
              <a:gd name="connsiteX62" fmla="*/ 5477053 w 9522997"/>
              <a:gd name="connsiteY62" fmla="*/ 956367 h 7069206"/>
              <a:gd name="connsiteX63" fmla="*/ 5477053 w 9522997"/>
              <a:gd name="connsiteY63" fmla="*/ 956367 h 7069206"/>
              <a:gd name="connsiteX64" fmla="*/ 5477053 w 9522997"/>
              <a:gd name="connsiteY64" fmla="*/ 956366 h 7069206"/>
              <a:gd name="connsiteX65" fmla="*/ 5477053 w 9522997"/>
              <a:gd name="connsiteY65" fmla="*/ 956366 h 7069206"/>
              <a:gd name="connsiteX66" fmla="*/ 5477053 w 9522997"/>
              <a:gd name="connsiteY66" fmla="*/ 956365 h 7069206"/>
              <a:gd name="connsiteX67" fmla="*/ 5477053 w 9522997"/>
              <a:gd name="connsiteY67" fmla="*/ 956365 h 7069206"/>
              <a:gd name="connsiteX68" fmla="*/ 5477053 w 9522997"/>
              <a:gd name="connsiteY68" fmla="*/ 956364 h 7069206"/>
              <a:gd name="connsiteX69" fmla="*/ 5955229 w 9522997"/>
              <a:gd name="connsiteY69" fmla="*/ 0 h 7069206"/>
              <a:gd name="connsiteX70" fmla="*/ 7217628 w 9522997"/>
              <a:gd name="connsiteY70" fmla="*/ 0 h 7069206"/>
              <a:gd name="connsiteX71" fmla="*/ 7217629 w 9522997"/>
              <a:gd name="connsiteY71" fmla="*/ 1 h 7069206"/>
              <a:gd name="connsiteX72" fmla="*/ 7217631 w 9522997"/>
              <a:gd name="connsiteY72" fmla="*/ 1 h 7069206"/>
              <a:gd name="connsiteX73" fmla="*/ 7217632 w 9522997"/>
              <a:gd name="connsiteY73" fmla="*/ 2 h 7069206"/>
              <a:gd name="connsiteX74" fmla="*/ 7217632 w 9522997"/>
              <a:gd name="connsiteY74" fmla="*/ 3 h 7069206"/>
              <a:gd name="connsiteX75" fmla="*/ 7217633 w 9522997"/>
              <a:gd name="connsiteY75" fmla="*/ 3 h 7069206"/>
              <a:gd name="connsiteX76" fmla="*/ 7695815 w 9522997"/>
              <a:gd name="connsiteY76" fmla="*/ 3021494 h 7069206"/>
              <a:gd name="connsiteX77" fmla="*/ 7217633 w 9522997"/>
              <a:gd name="connsiteY77" fmla="*/ 3977858 h 7069206"/>
              <a:gd name="connsiteX78" fmla="*/ 7217633 w 9522997"/>
              <a:gd name="connsiteY78" fmla="*/ 3977858 h 7069206"/>
              <a:gd name="connsiteX79" fmla="*/ 5955233 w 9522997"/>
              <a:gd name="connsiteY79" fmla="*/ 3977858 h 7069206"/>
              <a:gd name="connsiteX80" fmla="*/ 5955231 w 9522997"/>
              <a:gd name="connsiteY80" fmla="*/ 3977858 h 7069206"/>
              <a:gd name="connsiteX81" fmla="*/ 5955230 w 9522997"/>
              <a:gd name="connsiteY81" fmla="*/ 3977856 h 7069206"/>
              <a:gd name="connsiteX82" fmla="*/ 5682012 w 9522997"/>
              <a:gd name="connsiteY82" fmla="*/ 3431409 h 7069206"/>
              <a:gd name="connsiteX83" fmla="*/ 5636517 w 9522997"/>
              <a:gd name="connsiteY83" fmla="*/ 3340420 h 7069206"/>
              <a:gd name="connsiteX84" fmla="*/ 5477054 w 9522997"/>
              <a:gd name="connsiteY84" fmla="*/ 3021494 h 7069206"/>
              <a:gd name="connsiteX85" fmla="*/ 5477054 w 9522997"/>
              <a:gd name="connsiteY85" fmla="*/ 3021494 h 7069206"/>
              <a:gd name="connsiteX86" fmla="*/ 5477054 w 9522997"/>
              <a:gd name="connsiteY86" fmla="*/ 3021493 h 7069206"/>
              <a:gd name="connsiteX87" fmla="*/ 5477054 w 9522997"/>
              <a:gd name="connsiteY87" fmla="*/ 3021493 h 7069206"/>
              <a:gd name="connsiteX88" fmla="*/ 5477054 w 9522997"/>
              <a:gd name="connsiteY88" fmla="*/ 3021492 h 7069206"/>
              <a:gd name="connsiteX89" fmla="*/ 5955230 w 9522997"/>
              <a:gd name="connsiteY89" fmla="*/ 2065128 h 7069206"/>
              <a:gd name="connsiteX90" fmla="*/ 7217629 w 9522997"/>
              <a:gd name="connsiteY90" fmla="*/ 2065128 h 7069206"/>
              <a:gd name="connsiteX91" fmla="*/ 7217631 w 9522997"/>
              <a:gd name="connsiteY91" fmla="*/ 2065129 h 7069206"/>
              <a:gd name="connsiteX92" fmla="*/ 7217633 w 9522997"/>
              <a:gd name="connsiteY92" fmla="*/ 2065129 h 7069206"/>
              <a:gd name="connsiteX93" fmla="*/ 7217633 w 9522997"/>
              <a:gd name="connsiteY93" fmla="*/ 2065130 h 7069206"/>
              <a:gd name="connsiteX94" fmla="*/ 7217633 w 9522997"/>
              <a:gd name="connsiteY94" fmla="*/ 2065130 h 7069206"/>
              <a:gd name="connsiteX95" fmla="*/ 7695817 w 9522997"/>
              <a:gd name="connsiteY95" fmla="*/ 5086622 h 7069206"/>
              <a:gd name="connsiteX96" fmla="*/ 7217634 w 9522997"/>
              <a:gd name="connsiteY96" fmla="*/ 6042986 h 7069206"/>
              <a:gd name="connsiteX97" fmla="*/ 5955234 w 9522997"/>
              <a:gd name="connsiteY97" fmla="*/ 6042986 h 7069206"/>
              <a:gd name="connsiteX98" fmla="*/ 5955233 w 9522997"/>
              <a:gd name="connsiteY98" fmla="*/ 6042984 h 7069206"/>
              <a:gd name="connsiteX99" fmla="*/ 5955230 w 9522997"/>
              <a:gd name="connsiteY99" fmla="*/ 6042984 h 7069206"/>
              <a:gd name="connsiteX100" fmla="*/ 5642592 w 9522997"/>
              <a:gd name="connsiteY100" fmla="*/ 5417696 h 7069206"/>
              <a:gd name="connsiteX101" fmla="*/ 5477055 w 9522997"/>
              <a:gd name="connsiteY101" fmla="*/ 5086622 h 7069206"/>
              <a:gd name="connsiteX102" fmla="*/ 5477056 w 9522997"/>
              <a:gd name="connsiteY102" fmla="*/ 5086621 h 7069206"/>
              <a:gd name="connsiteX103" fmla="*/ 5477055 w 9522997"/>
              <a:gd name="connsiteY103" fmla="*/ 5086620 h 7069206"/>
              <a:gd name="connsiteX104" fmla="*/ 5955230 w 9522997"/>
              <a:gd name="connsiteY104" fmla="*/ 4130256 h 7069206"/>
              <a:gd name="connsiteX105" fmla="*/ 7217631 w 9522997"/>
              <a:gd name="connsiteY105" fmla="*/ 4130256 h 7069206"/>
              <a:gd name="connsiteX106" fmla="*/ 7217632 w 9522997"/>
              <a:gd name="connsiteY106" fmla="*/ 4130258 h 7069206"/>
              <a:gd name="connsiteX107" fmla="*/ 7217634 w 9522997"/>
              <a:gd name="connsiteY107" fmla="*/ 4130258 h 7069206"/>
              <a:gd name="connsiteX108" fmla="*/ 9522995 w 9522997"/>
              <a:gd name="connsiteY108" fmla="*/ 1982589 h 7069206"/>
              <a:gd name="connsiteX109" fmla="*/ 9044813 w 9522997"/>
              <a:gd name="connsiteY109" fmla="*/ 2938953 h 7069206"/>
              <a:gd name="connsiteX110" fmla="*/ 7782412 w 9522997"/>
              <a:gd name="connsiteY110" fmla="*/ 2938953 h 7069206"/>
              <a:gd name="connsiteX111" fmla="*/ 7782412 w 9522997"/>
              <a:gd name="connsiteY111" fmla="*/ 2938952 h 7069206"/>
              <a:gd name="connsiteX112" fmla="*/ 7782412 w 9522997"/>
              <a:gd name="connsiteY112" fmla="*/ 2938952 h 7069206"/>
              <a:gd name="connsiteX113" fmla="*/ 7782411 w 9522997"/>
              <a:gd name="connsiteY113" fmla="*/ 2938952 h 7069206"/>
              <a:gd name="connsiteX114" fmla="*/ 7782411 w 9522997"/>
              <a:gd name="connsiteY114" fmla="*/ 2938951 h 7069206"/>
              <a:gd name="connsiteX115" fmla="*/ 7782410 w 9522997"/>
              <a:gd name="connsiteY115" fmla="*/ 2938951 h 7069206"/>
              <a:gd name="connsiteX116" fmla="*/ 7782409 w 9522997"/>
              <a:gd name="connsiteY116" fmla="*/ 2938948 h 7069206"/>
              <a:gd name="connsiteX117" fmla="*/ 7782408 w 9522997"/>
              <a:gd name="connsiteY117" fmla="*/ 2938948 h 7069206"/>
              <a:gd name="connsiteX118" fmla="*/ 7782408 w 9522997"/>
              <a:gd name="connsiteY118" fmla="*/ 2938948 h 7069206"/>
              <a:gd name="connsiteX119" fmla="*/ 7782408 w 9522997"/>
              <a:gd name="connsiteY119" fmla="*/ 2938947 h 7069206"/>
              <a:gd name="connsiteX120" fmla="*/ 7782407 w 9522997"/>
              <a:gd name="connsiteY120" fmla="*/ 2938947 h 7069206"/>
              <a:gd name="connsiteX121" fmla="*/ 7782407 w 9522997"/>
              <a:gd name="connsiteY121" fmla="*/ 2938947 h 7069206"/>
              <a:gd name="connsiteX122" fmla="*/ 7782407 w 9522997"/>
              <a:gd name="connsiteY122" fmla="*/ 2938946 h 7069206"/>
              <a:gd name="connsiteX123" fmla="*/ 7782406 w 9522997"/>
              <a:gd name="connsiteY123" fmla="*/ 2938946 h 7069206"/>
              <a:gd name="connsiteX124" fmla="*/ 7782406 w 9522997"/>
              <a:gd name="connsiteY124" fmla="*/ 2938945 h 7069206"/>
              <a:gd name="connsiteX125" fmla="*/ 7782404 w 9522997"/>
              <a:gd name="connsiteY125" fmla="*/ 2938945 h 7069206"/>
              <a:gd name="connsiteX126" fmla="*/ 7304223 w 9522997"/>
              <a:gd name="connsiteY126" fmla="*/ 1982581 h 7069206"/>
              <a:gd name="connsiteX127" fmla="*/ 7304222 w 9522997"/>
              <a:gd name="connsiteY127" fmla="*/ 1982578 h 7069206"/>
              <a:gd name="connsiteX128" fmla="*/ 7782403 w 9522997"/>
              <a:gd name="connsiteY128" fmla="*/ 1026214 h 7069206"/>
              <a:gd name="connsiteX129" fmla="*/ 9044808 w 9522997"/>
              <a:gd name="connsiteY129" fmla="*/ 1026214 h 7069206"/>
              <a:gd name="connsiteX130" fmla="*/ 9245750 w 9522997"/>
              <a:gd name="connsiteY130" fmla="*/ 1428099 h 7069206"/>
              <a:gd name="connsiteX131" fmla="*/ 9522995 w 9522997"/>
              <a:gd name="connsiteY131" fmla="*/ 1982588 h 7069206"/>
              <a:gd name="connsiteX132" fmla="*/ 9522997 w 9522997"/>
              <a:gd name="connsiteY132" fmla="*/ 4047716 h 7069206"/>
              <a:gd name="connsiteX133" fmla="*/ 9044815 w 9522997"/>
              <a:gd name="connsiteY133" fmla="*/ 5004080 h 7069206"/>
              <a:gd name="connsiteX134" fmla="*/ 7782413 w 9522997"/>
              <a:gd name="connsiteY134" fmla="*/ 5004080 h 7069206"/>
              <a:gd name="connsiteX135" fmla="*/ 7782412 w 9522997"/>
              <a:gd name="connsiteY135" fmla="*/ 5004078 h 7069206"/>
              <a:gd name="connsiteX136" fmla="*/ 7782411 w 9522997"/>
              <a:gd name="connsiteY136" fmla="*/ 5004078 h 7069206"/>
              <a:gd name="connsiteX137" fmla="*/ 7782410 w 9522997"/>
              <a:gd name="connsiteY137" fmla="*/ 5004076 h 7069206"/>
              <a:gd name="connsiteX138" fmla="*/ 7782409 w 9522997"/>
              <a:gd name="connsiteY138" fmla="*/ 5004076 h 7069206"/>
              <a:gd name="connsiteX139" fmla="*/ 7782408 w 9522997"/>
              <a:gd name="connsiteY139" fmla="*/ 5004074 h 7069206"/>
              <a:gd name="connsiteX140" fmla="*/ 7782407 w 9522997"/>
              <a:gd name="connsiteY140" fmla="*/ 5004074 h 7069206"/>
              <a:gd name="connsiteX141" fmla="*/ 7782406 w 9522997"/>
              <a:gd name="connsiteY141" fmla="*/ 5004072 h 7069206"/>
              <a:gd name="connsiteX142" fmla="*/ 7782404 w 9522997"/>
              <a:gd name="connsiteY142" fmla="*/ 5004072 h 7069206"/>
              <a:gd name="connsiteX143" fmla="*/ 7304223 w 9522997"/>
              <a:gd name="connsiteY143" fmla="*/ 4047708 h 7069206"/>
              <a:gd name="connsiteX144" fmla="*/ 7304223 w 9522997"/>
              <a:gd name="connsiteY144" fmla="*/ 4047706 h 7069206"/>
              <a:gd name="connsiteX145" fmla="*/ 7782404 w 9522997"/>
              <a:gd name="connsiteY145" fmla="*/ 3091342 h 7069206"/>
              <a:gd name="connsiteX146" fmla="*/ 9044810 w 9522997"/>
              <a:gd name="connsiteY146" fmla="*/ 3091342 h 7069206"/>
              <a:gd name="connsiteX147" fmla="*/ 9044813 w 9522997"/>
              <a:gd name="connsiteY147" fmla="*/ 3091349 h 7069206"/>
              <a:gd name="connsiteX148" fmla="*/ 9044814 w 9522997"/>
              <a:gd name="connsiteY148" fmla="*/ 3091350 h 7069206"/>
              <a:gd name="connsiteX149" fmla="*/ 9044814 w 9522997"/>
              <a:gd name="connsiteY149" fmla="*/ 3091350 h 7069206"/>
              <a:gd name="connsiteX150" fmla="*/ 9522996 w 9522997"/>
              <a:gd name="connsiteY150" fmla="*/ 4047714 h 7069206"/>
              <a:gd name="connsiteX151" fmla="*/ 9522996 w 9522997"/>
              <a:gd name="connsiteY151" fmla="*/ 4047715 h 7069206"/>
              <a:gd name="connsiteX152" fmla="*/ 9522997 w 9522997"/>
              <a:gd name="connsiteY152" fmla="*/ 6112842 h 7069206"/>
              <a:gd name="connsiteX153" fmla="*/ 9044815 w 9522997"/>
              <a:gd name="connsiteY153" fmla="*/ 7069206 h 7069206"/>
              <a:gd name="connsiteX154" fmla="*/ 7782414 w 9522997"/>
              <a:gd name="connsiteY154" fmla="*/ 7069206 h 7069206"/>
              <a:gd name="connsiteX155" fmla="*/ 7782413 w 9522997"/>
              <a:gd name="connsiteY155" fmla="*/ 7069204 h 7069206"/>
              <a:gd name="connsiteX156" fmla="*/ 7782411 w 9522997"/>
              <a:gd name="connsiteY156" fmla="*/ 7069204 h 7069206"/>
              <a:gd name="connsiteX157" fmla="*/ 7782410 w 9522997"/>
              <a:gd name="connsiteY157" fmla="*/ 7069204 h 7069206"/>
              <a:gd name="connsiteX158" fmla="*/ 7782410 w 9522997"/>
              <a:gd name="connsiteY158" fmla="*/ 7069202 h 7069206"/>
              <a:gd name="connsiteX159" fmla="*/ 7782409 w 9522997"/>
              <a:gd name="connsiteY159" fmla="*/ 7069202 h 7069206"/>
              <a:gd name="connsiteX160" fmla="*/ 7782408 w 9522997"/>
              <a:gd name="connsiteY160" fmla="*/ 7069200 h 7069206"/>
              <a:gd name="connsiteX161" fmla="*/ 7782407 w 9522997"/>
              <a:gd name="connsiteY161" fmla="*/ 7069200 h 7069206"/>
              <a:gd name="connsiteX162" fmla="*/ 7782406 w 9522997"/>
              <a:gd name="connsiteY162" fmla="*/ 7069200 h 7069206"/>
              <a:gd name="connsiteX163" fmla="*/ 7304224 w 9522997"/>
              <a:gd name="connsiteY163" fmla="*/ 6112836 h 7069206"/>
              <a:gd name="connsiteX164" fmla="*/ 7782406 w 9522997"/>
              <a:gd name="connsiteY164" fmla="*/ 5156472 h 7069206"/>
              <a:gd name="connsiteX165" fmla="*/ 7782407 w 9522997"/>
              <a:gd name="connsiteY165" fmla="*/ 5156472 h 7069206"/>
              <a:gd name="connsiteX166" fmla="*/ 9044811 w 9522997"/>
              <a:gd name="connsiteY166" fmla="*/ 5156472 h 7069206"/>
              <a:gd name="connsiteX167" fmla="*/ 9044811 w 9522997"/>
              <a:gd name="connsiteY167" fmla="*/ 5156472 h 7069206"/>
              <a:gd name="connsiteX168" fmla="*/ 9044812 w 9522997"/>
              <a:gd name="connsiteY168" fmla="*/ 5156474 h 7069206"/>
              <a:gd name="connsiteX169" fmla="*/ 9044813 w 9522997"/>
              <a:gd name="connsiteY169" fmla="*/ 5156474 h 7069206"/>
              <a:gd name="connsiteX170" fmla="*/ 9044814 w 9522997"/>
              <a:gd name="connsiteY170" fmla="*/ 5156476 h 7069206"/>
              <a:gd name="connsiteX171" fmla="*/ 9044814 w 9522997"/>
              <a:gd name="connsiteY171" fmla="*/ 5156476 h 7069206"/>
              <a:gd name="connsiteX172" fmla="*/ 9044815 w 9522997"/>
              <a:gd name="connsiteY172" fmla="*/ 5156478 h 7069206"/>
              <a:gd name="connsiteX173" fmla="*/ 9044815 w 9522997"/>
              <a:gd name="connsiteY173" fmla="*/ 5156478 h 706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9522997" h="7069206">
                <a:moveTo>
                  <a:pt x="2218765" y="1982580"/>
                </a:moveTo>
                <a:lnTo>
                  <a:pt x="1740583" y="2938944"/>
                </a:lnTo>
                <a:lnTo>
                  <a:pt x="478183" y="2938944"/>
                </a:lnTo>
                <a:lnTo>
                  <a:pt x="0" y="1982580"/>
                </a:lnTo>
                <a:lnTo>
                  <a:pt x="478183" y="1026216"/>
                </a:lnTo>
                <a:lnTo>
                  <a:pt x="1740583" y="1026216"/>
                </a:lnTo>
                <a:close/>
                <a:moveTo>
                  <a:pt x="2218766" y="4047706"/>
                </a:moveTo>
                <a:lnTo>
                  <a:pt x="1740584" y="5004070"/>
                </a:lnTo>
                <a:lnTo>
                  <a:pt x="478183" y="5004070"/>
                </a:lnTo>
                <a:lnTo>
                  <a:pt x="0" y="4047706"/>
                </a:lnTo>
                <a:lnTo>
                  <a:pt x="478183" y="3091342"/>
                </a:lnTo>
                <a:lnTo>
                  <a:pt x="1740584" y="3091342"/>
                </a:lnTo>
                <a:close/>
                <a:moveTo>
                  <a:pt x="2218767" y="6112832"/>
                </a:moveTo>
                <a:lnTo>
                  <a:pt x="1740585" y="7069196"/>
                </a:lnTo>
                <a:lnTo>
                  <a:pt x="478185" y="7069196"/>
                </a:lnTo>
                <a:lnTo>
                  <a:pt x="3" y="6112832"/>
                </a:lnTo>
                <a:lnTo>
                  <a:pt x="478185" y="5156468"/>
                </a:lnTo>
                <a:lnTo>
                  <a:pt x="1740585" y="5156468"/>
                </a:lnTo>
                <a:close/>
                <a:moveTo>
                  <a:pt x="4041460" y="956366"/>
                </a:moveTo>
                <a:lnTo>
                  <a:pt x="3563278" y="1912730"/>
                </a:lnTo>
                <a:lnTo>
                  <a:pt x="2300877" y="1912730"/>
                </a:lnTo>
                <a:lnTo>
                  <a:pt x="1822695" y="956366"/>
                </a:lnTo>
                <a:lnTo>
                  <a:pt x="2300877" y="2"/>
                </a:lnTo>
                <a:lnTo>
                  <a:pt x="3563278" y="2"/>
                </a:lnTo>
                <a:close/>
                <a:moveTo>
                  <a:pt x="4041461" y="3021493"/>
                </a:moveTo>
                <a:lnTo>
                  <a:pt x="3563279" y="3977858"/>
                </a:lnTo>
                <a:lnTo>
                  <a:pt x="2300878" y="3977858"/>
                </a:lnTo>
                <a:lnTo>
                  <a:pt x="1822696" y="3021493"/>
                </a:lnTo>
                <a:lnTo>
                  <a:pt x="2300878" y="2065129"/>
                </a:lnTo>
                <a:lnTo>
                  <a:pt x="3563279" y="2065129"/>
                </a:lnTo>
                <a:close/>
                <a:moveTo>
                  <a:pt x="4041462" y="5086620"/>
                </a:moveTo>
                <a:lnTo>
                  <a:pt x="3563280" y="6042984"/>
                </a:lnTo>
                <a:lnTo>
                  <a:pt x="2300879" y="6042984"/>
                </a:lnTo>
                <a:lnTo>
                  <a:pt x="1822697" y="5086620"/>
                </a:lnTo>
                <a:lnTo>
                  <a:pt x="2300879" y="4130256"/>
                </a:lnTo>
                <a:lnTo>
                  <a:pt x="3563280" y="4130256"/>
                </a:lnTo>
                <a:close/>
                <a:moveTo>
                  <a:pt x="5868637" y="1982585"/>
                </a:moveTo>
                <a:lnTo>
                  <a:pt x="5390456" y="2938949"/>
                </a:lnTo>
                <a:lnTo>
                  <a:pt x="4128055" y="2938949"/>
                </a:lnTo>
                <a:lnTo>
                  <a:pt x="3649873" y="1982585"/>
                </a:lnTo>
                <a:lnTo>
                  <a:pt x="4128055" y="1026221"/>
                </a:lnTo>
                <a:lnTo>
                  <a:pt x="5390456" y="1026221"/>
                </a:lnTo>
                <a:close/>
                <a:moveTo>
                  <a:pt x="5868638" y="6112840"/>
                </a:moveTo>
                <a:lnTo>
                  <a:pt x="5390458" y="7069204"/>
                </a:lnTo>
                <a:lnTo>
                  <a:pt x="4128057" y="7069204"/>
                </a:lnTo>
                <a:lnTo>
                  <a:pt x="3649875" y="6112840"/>
                </a:lnTo>
                <a:lnTo>
                  <a:pt x="4128057" y="5156476"/>
                </a:lnTo>
                <a:lnTo>
                  <a:pt x="5390458" y="5156476"/>
                </a:lnTo>
                <a:close/>
                <a:moveTo>
                  <a:pt x="5868638" y="4047712"/>
                </a:moveTo>
                <a:lnTo>
                  <a:pt x="5390457" y="5004076"/>
                </a:lnTo>
                <a:lnTo>
                  <a:pt x="4128056" y="5004076"/>
                </a:lnTo>
                <a:lnTo>
                  <a:pt x="3649874" y="4047712"/>
                </a:lnTo>
                <a:lnTo>
                  <a:pt x="4128056" y="3091348"/>
                </a:lnTo>
                <a:lnTo>
                  <a:pt x="5390457" y="3091348"/>
                </a:lnTo>
                <a:close/>
                <a:moveTo>
                  <a:pt x="7695814" y="956367"/>
                </a:moveTo>
                <a:lnTo>
                  <a:pt x="7217633" y="1912731"/>
                </a:lnTo>
                <a:lnTo>
                  <a:pt x="5955233" y="1912731"/>
                </a:lnTo>
                <a:lnTo>
                  <a:pt x="5955231" y="1912730"/>
                </a:lnTo>
                <a:lnTo>
                  <a:pt x="5955230" y="1912730"/>
                </a:lnTo>
                <a:lnTo>
                  <a:pt x="5955230" y="1912729"/>
                </a:lnTo>
                <a:lnTo>
                  <a:pt x="5955229" y="1912728"/>
                </a:lnTo>
                <a:lnTo>
                  <a:pt x="5838578" y="1679424"/>
                </a:lnTo>
                <a:lnTo>
                  <a:pt x="5477053" y="956367"/>
                </a:lnTo>
                <a:lnTo>
                  <a:pt x="5477053" y="956367"/>
                </a:lnTo>
                <a:lnTo>
                  <a:pt x="5477053" y="956366"/>
                </a:lnTo>
                <a:lnTo>
                  <a:pt x="5477053" y="956366"/>
                </a:lnTo>
                <a:lnTo>
                  <a:pt x="5477053" y="956365"/>
                </a:lnTo>
                <a:lnTo>
                  <a:pt x="5477053" y="956365"/>
                </a:lnTo>
                <a:lnTo>
                  <a:pt x="5477053" y="956364"/>
                </a:lnTo>
                <a:lnTo>
                  <a:pt x="5955229" y="0"/>
                </a:lnTo>
                <a:lnTo>
                  <a:pt x="7217628" y="0"/>
                </a:lnTo>
                <a:lnTo>
                  <a:pt x="7217629" y="1"/>
                </a:lnTo>
                <a:lnTo>
                  <a:pt x="7217631" y="1"/>
                </a:lnTo>
                <a:lnTo>
                  <a:pt x="7217632" y="2"/>
                </a:lnTo>
                <a:lnTo>
                  <a:pt x="7217632" y="3"/>
                </a:lnTo>
                <a:lnTo>
                  <a:pt x="7217633" y="3"/>
                </a:lnTo>
                <a:close/>
                <a:moveTo>
                  <a:pt x="7695815" y="3021494"/>
                </a:moveTo>
                <a:lnTo>
                  <a:pt x="7217633" y="3977858"/>
                </a:lnTo>
                <a:lnTo>
                  <a:pt x="7217633" y="3977858"/>
                </a:lnTo>
                <a:lnTo>
                  <a:pt x="5955233" y="3977858"/>
                </a:lnTo>
                <a:lnTo>
                  <a:pt x="5955231" y="3977858"/>
                </a:lnTo>
                <a:lnTo>
                  <a:pt x="5955230" y="3977856"/>
                </a:lnTo>
                <a:lnTo>
                  <a:pt x="5682012" y="3431409"/>
                </a:lnTo>
                <a:lnTo>
                  <a:pt x="5636517" y="3340420"/>
                </a:lnTo>
                <a:lnTo>
                  <a:pt x="5477054" y="3021494"/>
                </a:lnTo>
                <a:lnTo>
                  <a:pt x="5477054" y="3021494"/>
                </a:lnTo>
                <a:lnTo>
                  <a:pt x="5477054" y="3021493"/>
                </a:lnTo>
                <a:lnTo>
                  <a:pt x="5477054" y="3021493"/>
                </a:lnTo>
                <a:lnTo>
                  <a:pt x="5477054" y="3021492"/>
                </a:lnTo>
                <a:lnTo>
                  <a:pt x="5955230" y="2065128"/>
                </a:lnTo>
                <a:lnTo>
                  <a:pt x="7217629" y="2065128"/>
                </a:lnTo>
                <a:lnTo>
                  <a:pt x="7217631" y="2065129"/>
                </a:lnTo>
                <a:lnTo>
                  <a:pt x="7217633" y="2065129"/>
                </a:lnTo>
                <a:lnTo>
                  <a:pt x="7217633" y="2065130"/>
                </a:lnTo>
                <a:lnTo>
                  <a:pt x="7217633" y="2065130"/>
                </a:lnTo>
                <a:close/>
                <a:moveTo>
                  <a:pt x="7695817" y="5086622"/>
                </a:moveTo>
                <a:lnTo>
                  <a:pt x="7217634" y="6042986"/>
                </a:lnTo>
                <a:lnTo>
                  <a:pt x="5955234" y="6042986"/>
                </a:lnTo>
                <a:lnTo>
                  <a:pt x="5955233" y="6042984"/>
                </a:lnTo>
                <a:lnTo>
                  <a:pt x="5955230" y="6042984"/>
                </a:lnTo>
                <a:lnTo>
                  <a:pt x="5642592" y="5417696"/>
                </a:lnTo>
                <a:lnTo>
                  <a:pt x="5477055" y="5086622"/>
                </a:lnTo>
                <a:lnTo>
                  <a:pt x="5477056" y="5086621"/>
                </a:lnTo>
                <a:lnTo>
                  <a:pt x="5477055" y="5086620"/>
                </a:lnTo>
                <a:lnTo>
                  <a:pt x="5955230" y="4130256"/>
                </a:lnTo>
                <a:lnTo>
                  <a:pt x="7217631" y="4130256"/>
                </a:lnTo>
                <a:lnTo>
                  <a:pt x="7217632" y="4130258"/>
                </a:lnTo>
                <a:lnTo>
                  <a:pt x="7217634" y="4130258"/>
                </a:lnTo>
                <a:close/>
                <a:moveTo>
                  <a:pt x="9522995" y="1982589"/>
                </a:moveTo>
                <a:lnTo>
                  <a:pt x="9044813" y="2938953"/>
                </a:lnTo>
                <a:lnTo>
                  <a:pt x="7782412" y="2938953"/>
                </a:lnTo>
                <a:lnTo>
                  <a:pt x="7782412" y="2938952"/>
                </a:lnTo>
                <a:lnTo>
                  <a:pt x="7782412" y="2938952"/>
                </a:lnTo>
                <a:lnTo>
                  <a:pt x="7782411" y="2938952"/>
                </a:lnTo>
                <a:lnTo>
                  <a:pt x="7782411" y="2938951"/>
                </a:lnTo>
                <a:lnTo>
                  <a:pt x="7782410" y="2938951"/>
                </a:lnTo>
                <a:lnTo>
                  <a:pt x="7782409" y="2938948"/>
                </a:lnTo>
                <a:lnTo>
                  <a:pt x="7782408" y="2938948"/>
                </a:lnTo>
                <a:lnTo>
                  <a:pt x="7782408" y="2938948"/>
                </a:lnTo>
                <a:lnTo>
                  <a:pt x="7782408" y="2938947"/>
                </a:lnTo>
                <a:lnTo>
                  <a:pt x="7782407" y="2938947"/>
                </a:lnTo>
                <a:lnTo>
                  <a:pt x="7782407" y="2938947"/>
                </a:lnTo>
                <a:lnTo>
                  <a:pt x="7782407" y="2938946"/>
                </a:lnTo>
                <a:lnTo>
                  <a:pt x="7782406" y="2938946"/>
                </a:lnTo>
                <a:lnTo>
                  <a:pt x="7782406" y="2938945"/>
                </a:lnTo>
                <a:lnTo>
                  <a:pt x="7782404" y="2938945"/>
                </a:lnTo>
                <a:lnTo>
                  <a:pt x="7304223" y="1982581"/>
                </a:lnTo>
                <a:lnTo>
                  <a:pt x="7304222" y="1982578"/>
                </a:lnTo>
                <a:lnTo>
                  <a:pt x="7782403" y="1026214"/>
                </a:lnTo>
                <a:lnTo>
                  <a:pt x="9044808" y="1026214"/>
                </a:lnTo>
                <a:lnTo>
                  <a:pt x="9245750" y="1428099"/>
                </a:lnTo>
                <a:lnTo>
                  <a:pt x="9522995" y="1982588"/>
                </a:lnTo>
                <a:close/>
                <a:moveTo>
                  <a:pt x="9522997" y="4047716"/>
                </a:moveTo>
                <a:lnTo>
                  <a:pt x="9044815" y="5004080"/>
                </a:lnTo>
                <a:lnTo>
                  <a:pt x="7782413" y="5004080"/>
                </a:lnTo>
                <a:lnTo>
                  <a:pt x="7782412" y="5004078"/>
                </a:lnTo>
                <a:lnTo>
                  <a:pt x="7782411" y="5004078"/>
                </a:lnTo>
                <a:lnTo>
                  <a:pt x="7782410" y="5004076"/>
                </a:lnTo>
                <a:lnTo>
                  <a:pt x="7782409" y="5004076"/>
                </a:lnTo>
                <a:lnTo>
                  <a:pt x="7782408" y="5004074"/>
                </a:lnTo>
                <a:lnTo>
                  <a:pt x="7782407" y="5004074"/>
                </a:lnTo>
                <a:lnTo>
                  <a:pt x="7782406" y="5004072"/>
                </a:lnTo>
                <a:lnTo>
                  <a:pt x="7782404" y="5004072"/>
                </a:lnTo>
                <a:lnTo>
                  <a:pt x="7304223" y="4047708"/>
                </a:lnTo>
                <a:lnTo>
                  <a:pt x="7304223" y="4047706"/>
                </a:lnTo>
                <a:lnTo>
                  <a:pt x="7782404" y="3091342"/>
                </a:lnTo>
                <a:lnTo>
                  <a:pt x="9044810" y="3091342"/>
                </a:lnTo>
                <a:lnTo>
                  <a:pt x="9044813" y="3091349"/>
                </a:lnTo>
                <a:lnTo>
                  <a:pt x="9044814" y="3091350"/>
                </a:lnTo>
                <a:lnTo>
                  <a:pt x="9044814" y="3091350"/>
                </a:lnTo>
                <a:lnTo>
                  <a:pt x="9522996" y="4047714"/>
                </a:lnTo>
                <a:lnTo>
                  <a:pt x="9522996" y="4047715"/>
                </a:lnTo>
                <a:close/>
                <a:moveTo>
                  <a:pt x="9522997" y="6112842"/>
                </a:moveTo>
                <a:lnTo>
                  <a:pt x="9044815" y="7069206"/>
                </a:lnTo>
                <a:lnTo>
                  <a:pt x="7782414" y="7069206"/>
                </a:lnTo>
                <a:lnTo>
                  <a:pt x="7782413" y="7069204"/>
                </a:lnTo>
                <a:lnTo>
                  <a:pt x="7782411" y="7069204"/>
                </a:lnTo>
                <a:lnTo>
                  <a:pt x="7782410" y="7069204"/>
                </a:lnTo>
                <a:lnTo>
                  <a:pt x="7782410" y="7069202"/>
                </a:lnTo>
                <a:lnTo>
                  <a:pt x="7782409" y="7069202"/>
                </a:lnTo>
                <a:lnTo>
                  <a:pt x="7782408" y="7069200"/>
                </a:lnTo>
                <a:lnTo>
                  <a:pt x="7782407" y="7069200"/>
                </a:lnTo>
                <a:lnTo>
                  <a:pt x="7782406" y="7069200"/>
                </a:lnTo>
                <a:lnTo>
                  <a:pt x="7304224" y="6112836"/>
                </a:lnTo>
                <a:lnTo>
                  <a:pt x="7782406" y="5156472"/>
                </a:lnTo>
                <a:lnTo>
                  <a:pt x="7782407" y="5156472"/>
                </a:lnTo>
                <a:lnTo>
                  <a:pt x="9044811" y="5156472"/>
                </a:lnTo>
                <a:lnTo>
                  <a:pt x="9044811" y="5156472"/>
                </a:lnTo>
                <a:lnTo>
                  <a:pt x="9044812" y="5156474"/>
                </a:lnTo>
                <a:lnTo>
                  <a:pt x="9044813" y="5156474"/>
                </a:lnTo>
                <a:lnTo>
                  <a:pt x="9044814" y="5156476"/>
                </a:lnTo>
                <a:lnTo>
                  <a:pt x="9044814" y="5156476"/>
                </a:lnTo>
                <a:lnTo>
                  <a:pt x="9044815" y="5156478"/>
                </a:lnTo>
                <a:lnTo>
                  <a:pt x="9044815" y="5156478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4961BDC-7F9C-4368-98A9-8767A445C6D0}"/>
              </a:ext>
            </a:extLst>
          </p:cNvPr>
          <p:cNvSpPr/>
          <p:nvPr/>
        </p:nvSpPr>
        <p:spPr>
          <a:xfrm rot="16200000">
            <a:off x="-571634" y="-92213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54798-E483-4550-916B-893235247AB4}"/>
              </a:ext>
            </a:extLst>
          </p:cNvPr>
          <p:cNvSpPr txBox="1"/>
          <p:nvPr/>
        </p:nvSpPr>
        <p:spPr>
          <a:xfrm>
            <a:off x="149987" y="1303616"/>
            <a:ext cx="706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XGBOOST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17409-AE82-4662-B1FD-FB770AE0931C}"/>
              </a:ext>
            </a:extLst>
          </p:cNvPr>
          <p:cNvSpPr txBox="1"/>
          <p:nvPr/>
        </p:nvSpPr>
        <p:spPr>
          <a:xfrm>
            <a:off x="704851" y="3246060"/>
            <a:ext cx="5105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It is a boosting algorithm in which a weak learner’s errors are conveyed to the subsequent weak learner via residuals and a learning rate to prevent overfitting.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We use ‘Similarity Score’ to decide splitting criteria in Decision Trees.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D4C7CC1-847C-4902-8AA8-42E012FC2F48}"/>
              </a:ext>
            </a:extLst>
          </p:cNvPr>
          <p:cNvSpPr/>
          <p:nvPr/>
        </p:nvSpPr>
        <p:spPr>
          <a:xfrm rot="16200000">
            <a:off x="10596251" y="4528714"/>
            <a:ext cx="1104198" cy="951895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8F81C20-2DC3-453E-9FBE-3E5CCA0E6C87}"/>
              </a:ext>
            </a:extLst>
          </p:cNvPr>
          <p:cNvSpPr/>
          <p:nvPr/>
        </p:nvSpPr>
        <p:spPr>
          <a:xfrm rot="16200000">
            <a:off x="8279424" y="4702681"/>
            <a:ext cx="1981466" cy="1708160"/>
          </a:xfrm>
          <a:prstGeom prst="hexagon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3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F8F56-F732-4694-8726-3299D1FAB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64" y="1882784"/>
            <a:ext cx="2668042" cy="2689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E0A77B-54F9-4C75-8080-9B07812105BA}"/>
              </a:ext>
            </a:extLst>
          </p:cNvPr>
          <p:cNvSpPr txBox="1"/>
          <p:nvPr/>
        </p:nvSpPr>
        <p:spPr>
          <a:xfrm>
            <a:off x="5257799" y="2434016"/>
            <a:ext cx="6131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1 prediction= Average of values in ‘Package’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2AA28-5450-43E8-B6B1-A7D269C8B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16" y="7369184"/>
            <a:ext cx="4997283" cy="26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14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F8F56-F732-4694-8726-3299D1FAB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51304" y="1882784"/>
            <a:ext cx="2668042" cy="2689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E0A77B-54F9-4C75-8080-9B07812105BA}"/>
              </a:ext>
            </a:extLst>
          </p:cNvPr>
          <p:cNvSpPr txBox="1"/>
          <p:nvPr/>
        </p:nvSpPr>
        <p:spPr>
          <a:xfrm>
            <a:off x="5257799" y="2434016"/>
            <a:ext cx="6131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1 prediction= Average of values in ‘Package’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D5BB7-5619-41A3-B001-65AE5BA71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16" y="1882784"/>
            <a:ext cx="4997283" cy="26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4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99342-DA83-4BF9-AF23-5741FDF5D4A5}"/>
              </a:ext>
            </a:extLst>
          </p:cNvPr>
          <p:cNvSpPr txBox="1"/>
          <p:nvPr/>
        </p:nvSpPr>
        <p:spPr>
          <a:xfrm>
            <a:off x="1067629" y="1159631"/>
            <a:ext cx="105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Decision Tree splitting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/>
              <p:nvPr/>
            </p:nvSpPr>
            <p:spPr>
              <a:xfrm>
                <a:off x="1067629" y="2654710"/>
                <a:ext cx="9020268" cy="218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Similarity Score=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e>
                            </m:nary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𝑹𝒆𝒔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l-GR" sz="40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</m:oMath>
                </a14:m>
                <a:endParaRPr lang="en-US" sz="4000" b="1" dirty="0"/>
              </a:p>
              <a:p>
                <a:endParaRPr lang="en-US" sz="4000" b="1" dirty="0"/>
              </a:p>
              <a:p>
                <a:r>
                  <a:rPr lang="en-US" sz="3200" b="1" dirty="0"/>
                  <a:t>Gain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3200" b="1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𝑹𝒐𝒐𝒕</m:t>
                        </m:r>
                      </m:sub>
                    </m:sSub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29" y="2654710"/>
                <a:ext cx="9020268" cy="2181816"/>
              </a:xfrm>
              <a:prstGeom prst="rect">
                <a:avLst/>
              </a:prstGeom>
              <a:blipFill>
                <a:blip r:embed="rId2"/>
                <a:stretch>
                  <a:fillRect l="-1689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6469000-B774-417D-B93E-4A54A522F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913" y="2741539"/>
            <a:ext cx="4850499" cy="2237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7E922A-5782-4357-824F-8269D874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824" y="7844875"/>
            <a:ext cx="6001588" cy="331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E754F5-D316-4A00-BB0A-EC0155BB6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16" y="7844875"/>
            <a:ext cx="4997283" cy="26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42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99342-DA83-4BF9-AF23-5741FDF5D4A5}"/>
              </a:ext>
            </a:extLst>
          </p:cNvPr>
          <p:cNvSpPr txBox="1"/>
          <p:nvPr/>
        </p:nvSpPr>
        <p:spPr>
          <a:xfrm>
            <a:off x="1067629" y="1159631"/>
            <a:ext cx="105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Decision Tree splitting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/>
              <p:nvPr/>
            </p:nvSpPr>
            <p:spPr>
              <a:xfrm>
                <a:off x="-9020268" y="2654710"/>
                <a:ext cx="9020268" cy="218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Similarity Score=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e>
                            </m:nary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𝑹𝒆𝒔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l-GR" sz="40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</m:oMath>
                </a14:m>
                <a:endParaRPr lang="en-US" sz="4000" b="1" dirty="0"/>
              </a:p>
              <a:p>
                <a:endParaRPr lang="en-US" sz="4000" b="1" dirty="0"/>
              </a:p>
              <a:p>
                <a:r>
                  <a:rPr lang="en-US" sz="3200" b="1" dirty="0"/>
                  <a:t>Gain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3200" b="1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𝑹𝒐𝒐𝒕</m:t>
                        </m:r>
                      </m:sub>
                    </m:sSub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20268" y="2654710"/>
                <a:ext cx="9020268" cy="2181816"/>
              </a:xfrm>
              <a:prstGeom prst="rect">
                <a:avLst/>
              </a:prstGeom>
              <a:blipFill>
                <a:blip r:embed="rId2"/>
                <a:stretch>
                  <a:fillRect l="-1689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E7E922A-5782-4357-824F-8269D8744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824" y="7844875"/>
            <a:ext cx="6001588" cy="331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2FD31B-B38F-4972-BA4A-7E21305D2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16" y="2741539"/>
            <a:ext cx="4997283" cy="2689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73CAD7-9758-494C-88D0-A0998E5D9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913" y="2741539"/>
            <a:ext cx="4850499" cy="22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90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1067630" y="33838"/>
            <a:ext cx="10536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[Regression]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99342-DA83-4BF9-AF23-5741FDF5D4A5}"/>
              </a:ext>
            </a:extLst>
          </p:cNvPr>
          <p:cNvSpPr txBox="1"/>
          <p:nvPr/>
        </p:nvSpPr>
        <p:spPr>
          <a:xfrm>
            <a:off x="1067629" y="1159631"/>
            <a:ext cx="105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Decision Tree splitting criteria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69000-B774-417D-B93E-4A54A522F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855" y="2741539"/>
            <a:ext cx="5141975" cy="2372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B5F07-1280-43AA-9D70-3D7B101F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824" y="2269985"/>
            <a:ext cx="6001588" cy="331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1EDF44-40A4-4302-96AF-9F8D7FF7E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17" y="2741539"/>
            <a:ext cx="3839536" cy="206619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09CF41-49FF-4F2F-95F9-447D9EBC8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70201"/>
              </p:ext>
            </p:extLst>
          </p:nvPr>
        </p:nvGraphicFramePr>
        <p:xfrm>
          <a:off x="4100053" y="2789554"/>
          <a:ext cx="1740924" cy="197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462">
                  <a:extLst>
                    <a:ext uri="{9D8B030D-6E8A-4147-A177-3AD203B41FA5}">
                      <a16:colId xmlns:a16="http://schemas.microsoft.com/office/drawing/2014/main" val="1546465345"/>
                    </a:ext>
                  </a:extLst>
                </a:gridCol>
                <a:gridCol w="870462">
                  <a:extLst>
                    <a:ext uri="{9D8B030D-6E8A-4147-A177-3AD203B41FA5}">
                      <a16:colId xmlns:a16="http://schemas.microsoft.com/office/drawing/2014/main" val="1491414046"/>
                    </a:ext>
                  </a:extLst>
                </a:gridCol>
              </a:tblGrid>
              <a:tr h="394032">
                <a:tc>
                  <a:txBody>
                    <a:bodyPr/>
                    <a:lstStyle/>
                    <a:p>
                      <a:r>
                        <a:rPr lang="en-US" sz="1600" dirty="0"/>
                        <a:t>Model2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48817"/>
                  </a:ext>
                </a:extLst>
              </a:tr>
              <a:tr h="394032">
                <a:tc>
                  <a:txBody>
                    <a:bodyPr/>
                    <a:lstStyle/>
                    <a:p>
                      <a:r>
                        <a:rPr lang="en-US" sz="1600" dirty="0"/>
                        <a:t>7.5625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812590"/>
                  </a:ext>
                </a:extLst>
              </a:tr>
              <a:tr h="394032">
                <a:tc>
                  <a:txBody>
                    <a:bodyPr/>
                    <a:lstStyle/>
                    <a:p>
                      <a:r>
                        <a:rPr lang="en-US" sz="1600" dirty="0"/>
                        <a:t>6.7375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-2.2375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705945"/>
                  </a:ext>
                </a:extLst>
              </a:tr>
              <a:tr h="394032">
                <a:tc>
                  <a:txBody>
                    <a:bodyPr/>
                    <a:lstStyle/>
                    <a:p>
                      <a:r>
                        <a:rPr lang="en-US" sz="1600" dirty="0"/>
                        <a:t>6.7375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-0.7375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045861"/>
                  </a:ext>
                </a:extLst>
              </a:tr>
              <a:tr h="394032">
                <a:tc>
                  <a:txBody>
                    <a:bodyPr/>
                    <a:lstStyle/>
                    <a:p>
                      <a:r>
                        <a:rPr lang="en-US" sz="1600" dirty="0"/>
                        <a:t>8.4625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2.5375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973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36D737-83A0-41D3-A98C-D9E8E8B0F246}"/>
              </a:ext>
            </a:extLst>
          </p:cNvPr>
          <p:cNvSpPr txBox="1"/>
          <p:nvPr/>
        </p:nvSpPr>
        <p:spPr>
          <a:xfrm>
            <a:off x="406400" y="5422900"/>
            <a:ext cx="503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Residuals are approaching zero.</a:t>
            </a:r>
          </a:p>
        </p:txBody>
      </p:sp>
    </p:spTree>
    <p:extLst>
      <p:ext uri="{BB962C8B-B14F-4D97-AF65-F5344CB8AC3E}">
        <p14:creationId xmlns:p14="http://schemas.microsoft.com/office/powerpoint/2010/main" val="717449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7B385-A649-476A-BD72-074C84CB5331}"/>
              </a:ext>
            </a:extLst>
          </p:cNvPr>
          <p:cNvSpPr txBox="1"/>
          <p:nvPr/>
        </p:nvSpPr>
        <p:spPr>
          <a:xfrm>
            <a:off x="415636" y="33838"/>
            <a:ext cx="11188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A77B-54F9-4C75-8080-9B07812105BA}"/>
              </a:ext>
            </a:extLst>
          </p:cNvPr>
          <p:cNvSpPr txBox="1"/>
          <p:nvPr/>
        </p:nvSpPr>
        <p:spPr>
          <a:xfrm>
            <a:off x="5257799" y="2434016"/>
            <a:ext cx="6131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1 prediction= Log of Odds of ‘Placed’ column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BB5E8-4819-45B3-9C0B-B9AAC87B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57" y="2027730"/>
            <a:ext cx="1993400" cy="2474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E776-0561-40AF-B506-BB59805B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7619904"/>
            <a:ext cx="5825541" cy="24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089801-CFC5-4D91-9BBD-5CCBF3AB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2027730"/>
            <a:ext cx="4842163" cy="2056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DAEE6A-B2C1-45D4-9EF0-D7F87F1F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11743" y="2027730"/>
            <a:ext cx="1993400" cy="2474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3CC219-D3D0-4455-BFEA-DC0752F2018B}"/>
              </a:ext>
            </a:extLst>
          </p:cNvPr>
          <p:cNvSpPr txBox="1"/>
          <p:nvPr/>
        </p:nvSpPr>
        <p:spPr>
          <a:xfrm>
            <a:off x="415636" y="33838"/>
            <a:ext cx="11188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F4401-CE06-4AFA-881F-7C2A49DB524F}"/>
              </a:ext>
            </a:extLst>
          </p:cNvPr>
          <p:cNvSpPr txBox="1"/>
          <p:nvPr/>
        </p:nvSpPr>
        <p:spPr>
          <a:xfrm>
            <a:off x="5472078" y="2434015"/>
            <a:ext cx="6131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1 prediction= Log of Odds of ‘Placed’ column</a:t>
            </a:r>
          </a:p>
        </p:txBody>
      </p:sp>
    </p:spTree>
    <p:extLst>
      <p:ext uri="{BB962C8B-B14F-4D97-AF65-F5344CB8AC3E}">
        <p14:creationId xmlns:p14="http://schemas.microsoft.com/office/powerpoint/2010/main" val="2134489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499342-DA83-4BF9-AF23-5741FDF5D4A5}"/>
              </a:ext>
            </a:extLst>
          </p:cNvPr>
          <p:cNvSpPr txBox="1"/>
          <p:nvPr/>
        </p:nvSpPr>
        <p:spPr>
          <a:xfrm>
            <a:off x="1067629" y="1159631"/>
            <a:ext cx="105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Decision Tree splitting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/>
              <p:nvPr/>
            </p:nvSpPr>
            <p:spPr>
              <a:xfrm>
                <a:off x="415636" y="2824161"/>
                <a:ext cx="5295071" cy="218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Similarity Score=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e>
                            </m:nary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𝑹𝒆𝒔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l-GR" sz="40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</m:oMath>
                </a14:m>
                <a:endParaRPr lang="en-US" sz="4000" b="1" dirty="0"/>
              </a:p>
              <a:p>
                <a:endParaRPr lang="en-US" sz="4000" b="1" dirty="0"/>
              </a:p>
              <a:p>
                <a:r>
                  <a:rPr lang="en-US" sz="3200" b="1" dirty="0"/>
                  <a:t>Gain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3200" b="1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𝑹𝒐𝒐𝒕</m:t>
                        </m:r>
                      </m:sub>
                    </m:sSub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6" y="2824161"/>
                <a:ext cx="5295071" cy="2181816"/>
              </a:xfrm>
              <a:prstGeom prst="rect">
                <a:avLst/>
              </a:prstGeom>
              <a:blipFill>
                <a:blip r:embed="rId2"/>
                <a:stretch>
                  <a:fillRect l="-2877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492037B-2067-4AB3-ACEC-053A1366F5A4}"/>
              </a:ext>
            </a:extLst>
          </p:cNvPr>
          <p:cNvSpPr txBox="1"/>
          <p:nvPr/>
        </p:nvSpPr>
        <p:spPr>
          <a:xfrm>
            <a:off x="415636" y="33838"/>
            <a:ext cx="11188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B98626-1F6D-4A83-9D7E-EE675535E776}"/>
                  </a:ext>
                </a:extLst>
              </p:cNvPr>
              <p:cNvSpPr/>
              <p:nvPr/>
            </p:nvSpPr>
            <p:spPr>
              <a:xfrm>
                <a:off x="6481295" y="2948523"/>
                <a:ext cx="5006161" cy="20712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32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Log of Odds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3200" b="1" i="1" cap="none" spc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lang="en-US" sz="32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 algn="ctr"/>
                <a:endParaRPr lang="en-US" sz="3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sz="3200" b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𝒍𝒐𝒅</m:t>
                            </m:r>
                            <m: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3200" b="1" i="1" cap="none" spc="0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𝒐𝒅𝒅𝒔</m:t>
                            </m:r>
                          </m:sup>
                        </m:sSup>
                        <m:r>
                          <a:rPr lang="en-US" sz="3200" b="1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3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B98626-1F6D-4A83-9D7E-EE675535E7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295" y="2948523"/>
                <a:ext cx="5006161" cy="2071273"/>
              </a:xfrm>
              <a:prstGeom prst="rect">
                <a:avLst/>
              </a:prstGeom>
              <a:blipFill>
                <a:blip r:embed="rId3"/>
                <a:stretch>
                  <a:fillRect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2827854-DF3D-4BCF-BDD4-E6E66CBE2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6" y="8474032"/>
            <a:ext cx="4842163" cy="20568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6160D9-C5C5-4BBD-8863-2021D16E1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295" y="8459606"/>
            <a:ext cx="5735833" cy="207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499342-DA83-4BF9-AF23-5741FDF5D4A5}"/>
              </a:ext>
            </a:extLst>
          </p:cNvPr>
          <p:cNvSpPr txBox="1"/>
          <p:nvPr/>
        </p:nvSpPr>
        <p:spPr>
          <a:xfrm>
            <a:off x="1067629" y="1159631"/>
            <a:ext cx="105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Decision Tree splitting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/>
              <p:nvPr/>
            </p:nvSpPr>
            <p:spPr>
              <a:xfrm>
                <a:off x="-9020268" y="2654710"/>
                <a:ext cx="9020268" cy="218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Similarity Score=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𝑹𝒆𝒔</m:t>
                                </m:r>
                              </m:e>
                            </m:nary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𝑹𝒆𝒔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l-GR" sz="40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</m:oMath>
                </a14:m>
                <a:endParaRPr lang="en-US" sz="4000" b="1" dirty="0"/>
              </a:p>
              <a:p>
                <a:endParaRPr lang="en-US" sz="4000" b="1" dirty="0"/>
              </a:p>
              <a:p>
                <a:r>
                  <a:rPr lang="en-US" sz="3200" b="1" dirty="0"/>
                  <a:t>Gain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3200" b="1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𝑺𝑺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𝑹𝒐𝒐𝒕</m:t>
                        </m:r>
                      </m:sub>
                    </m:sSub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8B94BD-6B07-4297-ACF2-D48040C34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20268" y="2654710"/>
                <a:ext cx="9020268" cy="2181816"/>
              </a:xfrm>
              <a:prstGeom prst="rect">
                <a:avLst/>
              </a:prstGeom>
              <a:blipFill>
                <a:blip r:embed="rId2"/>
                <a:stretch>
                  <a:fillRect l="-1689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5450EB-C3DE-4DAC-B2AF-11A50C451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68144"/>
              </p:ext>
            </p:extLst>
          </p:nvPr>
        </p:nvGraphicFramePr>
        <p:xfrm>
          <a:off x="758534" y="4633431"/>
          <a:ext cx="4156365" cy="212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455">
                  <a:extLst>
                    <a:ext uri="{9D8B030D-6E8A-4147-A177-3AD203B41FA5}">
                      <a16:colId xmlns:a16="http://schemas.microsoft.com/office/drawing/2014/main" val="2730073379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1138358049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2863280003"/>
                    </a:ext>
                  </a:extLst>
                </a:gridCol>
              </a:tblGrid>
              <a:tr h="301075">
                <a:tc>
                  <a:txBody>
                    <a:bodyPr/>
                    <a:lstStyle/>
                    <a:p>
                      <a:r>
                        <a:rPr lang="en-US" sz="1200" dirty="0"/>
                        <a:t>Pred_log_odds_2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Pred2_Prob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140294"/>
                  </a:ext>
                </a:extLst>
              </a:tr>
              <a:tr h="301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-0.5511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340185"/>
                  </a:ext>
                </a:extLst>
              </a:tr>
              <a:tr h="301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389155"/>
                  </a:ext>
                </a:extLst>
              </a:tr>
              <a:tr h="301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-0.5511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382454"/>
                  </a:ext>
                </a:extLst>
              </a:tr>
              <a:tr h="301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0.6469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0.3531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687791"/>
                  </a:ext>
                </a:extLst>
              </a:tr>
              <a:tr h="301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0.6469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0.3531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3375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0E5C235-DFCE-44B2-A868-E509B0F82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2393363"/>
            <a:ext cx="4842163" cy="2056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45D55C-54C3-4765-BF59-FD1CFA600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295" y="2393363"/>
            <a:ext cx="5735833" cy="20712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11F237-E721-425A-9A55-6A2A757201DD}"/>
              </a:ext>
            </a:extLst>
          </p:cNvPr>
          <p:cNvSpPr txBox="1"/>
          <p:nvPr/>
        </p:nvSpPr>
        <p:spPr>
          <a:xfrm>
            <a:off x="415636" y="33838"/>
            <a:ext cx="11188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Algorithm’s Flow [Classification]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8CD26-54AF-4ABD-B3A8-5C062A2955BD}"/>
              </a:ext>
            </a:extLst>
          </p:cNvPr>
          <p:cNvSpPr txBox="1"/>
          <p:nvPr/>
        </p:nvSpPr>
        <p:spPr>
          <a:xfrm>
            <a:off x="5131466" y="5513702"/>
            <a:ext cx="462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Residuals approaching zero</a:t>
            </a:r>
          </a:p>
        </p:txBody>
      </p:sp>
    </p:spTree>
    <p:extLst>
      <p:ext uri="{BB962C8B-B14F-4D97-AF65-F5344CB8AC3E}">
        <p14:creationId xmlns:p14="http://schemas.microsoft.com/office/powerpoint/2010/main" val="2064316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F8DEC-E046-4DB3-9CC3-337C0B290B9E}"/>
              </a:ext>
            </a:extLst>
          </p:cNvPr>
          <p:cNvSpPr txBox="1"/>
          <p:nvPr/>
        </p:nvSpPr>
        <p:spPr>
          <a:xfrm>
            <a:off x="1959428" y="2162628"/>
            <a:ext cx="82731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63439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634</Words>
  <Application>Microsoft Office PowerPoint</Application>
  <PresentationFormat>Widescreen</PresentationFormat>
  <Paragraphs>211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Cambria Math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24</cp:revision>
  <dcterms:created xsi:type="dcterms:W3CDTF">2026-07-06T12:08:16Z</dcterms:created>
  <dcterms:modified xsi:type="dcterms:W3CDTF">2026-07-10T15:38:14Z</dcterms:modified>
</cp:coreProperties>
</file>