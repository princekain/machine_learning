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62" r:id="rId15"/>
    <p:sldId id="280" r:id="rId16"/>
    <p:sldId id="281" r:id="rId17"/>
    <p:sldId id="282" r:id="rId18"/>
    <p:sldId id="283" r:id="rId19"/>
    <p:sldId id="284" r:id="rId20"/>
    <p:sldId id="264" r:id="rId21"/>
    <p:sldId id="285" r:id="rId22"/>
    <p:sldId id="286" r:id="rId23"/>
    <p:sldId id="288" r:id="rId24"/>
    <p:sldId id="287" r:id="rId25"/>
    <p:sldId id="265" r:id="rId26"/>
    <p:sldId id="263" r:id="rId27"/>
    <p:sldId id="266" r:id="rId28"/>
    <p:sldId id="267" r:id="rId29"/>
    <p:sldId id="268" r:id="rId30"/>
    <p:sldId id="269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6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54" y="-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9bbdc6e4f64eefcd" providerId="LiveId" clId="{2FD015A4-D8E8-4F17-B518-98EE5116946D}"/>
    <pc:docChg chg="custSel addSld delSld modSld sldOrd">
      <pc:chgData name="" userId="9bbdc6e4f64eefcd" providerId="LiveId" clId="{2FD015A4-D8E8-4F17-B518-98EE5116946D}" dt="2026-07-09T18:22:33.960" v="536" actId="20577"/>
      <pc:docMkLst>
        <pc:docMk/>
      </pc:docMkLst>
      <pc:sldChg chg="addSp ord">
        <pc:chgData name="" userId="9bbdc6e4f64eefcd" providerId="LiveId" clId="{2FD015A4-D8E8-4F17-B518-98EE5116946D}" dt="2026-07-09T17:46:31.852" v="112"/>
        <pc:sldMkLst>
          <pc:docMk/>
          <pc:sldMk cId="381115607" sldId="263"/>
        </pc:sldMkLst>
        <pc:picChg chg="add">
          <ac:chgData name="" userId="9bbdc6e4f64eefcd" providerId="LiveId" clId="{2FD015A4-D8E8-4F17-B518-98EE5116946D}" dt="2026-07-09T17:46:29.011" v="111"/>
          <ac:picMkLst>
            <pc:docMk/>
            <pc:sldMk cId="381115607" sldId="263"/>
            <ac:picMk id="2" creationId="{2F350411-667E-4CC3-ACDE-30E8ECB7731A}"/>
          </ac:picMkLst>
        </pc:picChg>
      </pc:sldChg>
      <pc:sldChg chg="addSp modSp">
        <pc:chgData name="" userId="9bbdc6e4f64eefcd" providerId="LiveId" clId="{2FD015A4-D8E8-4F17-B518-98EE5116946D}" dt="2026-07-09T17:49:33.231" v="203" actId="1076"/>
        <pc:sldMkLst>
          <pc:docMk/>
          <pc:sldMk cId="3313714813" sldId="264"/>
        </pc:sldMkLst>
        <pc:spChg chg="add">
          <ac:chgData name="" userId="9bbdc6e4f64eefcd" providerId="LiveId" clId="{2FD015A4-D8E8-4F17-B518-98EE5116946D}" dt="2026-07-09T17:46:46.263" v="113"/>
          <ac:spMkLst>
            <pc:docMk/>
            <pc:sldMk cId="3313714813" sldId="264"/>
            <ac:spMk id="2" creationId="{FCC7B385-A649-476A-BD72-074C84CB5331}"/>
          </ac:spMkLst>
        </pc:spChg>
        <pc:spChg chg="add mod">
          <ac:chgData name="" userId="9bbdc6e4f64eefcd" providerId="LiveId" clId="{2FD015A4-D8E8-4F17-B518-98EE5116946D}" dt="2026-07-09T17:48:37.656" v="196" actId="20577"/>
          <ac:spMkLst>
            <pc:docMk/>
            <pc:sldMk cId="3313714813" sldId="264"/>
            <ac:spMk id="4" creationId="{28E0A77B-54F9-4C75-8080-9B07812105BA}"/>
          </ac:spMkLst>
        </pc:spChg>
        <pc:picChg chg="add mod">
          <ac:chgData name="" userId="9bbdc6e4f64eefcd" providerId="LiveId" clId="{2FD015A4-D8E8-4F17-B518-98EE5116946D}" dt="2026-07-09T17:47:18.272" v="117" actId="14100"/>
          <ac:picMkLst>
            <pc:docMk/>
            <pc:sldMk cId="3313714813" sldId="264"/>
            <ac:picMk id="3" creationId="{542F8F56-F732-4694-8726-3299D1FAB680}"/>
          </ac:picMkLst>
        </pc:picChg>
        <pc:picChg chg="add mod">
          <ac:chgData name="" userId="9bbdc6e4f64eefcd" providerId="LiveId" clId="{2FD015A4-D8E8-4F17-B518-98EE5116946D}" dt="2026-07-09T17:49:33.231" v="203" actId="1076"/>
          <ac:picMkLst>
            <pc:docMk/>
            <pc:sldMk cId="3313714813" sldId="264"/>
            <ac:picMk id="5" creationId="{2F42AA28-5450-43E8-B6B1-A7D269C8B476}"/>
          </ac:picMkLst>
        </pc:picChg>
      </pc:sldChg>
      <pc:sldChg chg="ord">
        <pc:chgData name="" userId="9bbdc6e4f64eefcd" providerId="LiveId" clId="{2FD015A4-D8E8-4F17-B518-98EE5116946D}" dt="2026-07-09T17:51:08.837" v="204"/>
        <pc:sldMkLst>
          <pc:docMk/>
          <pc:sldMk cId="3395000603" sldId="265"/>
        </pc:sldMkLst>
      </pc:sldChg>
      <pc:sldChg chg="modSp add ord">
        <pc:chgData name="" userId="9bbdc6e4f64eefcd" providerId="LiveId" clId="{2FD015A4-D8E8-4F17-B518-98EE5116946D}" dt="2026-07-09T17:35:17.162" v="110" actId="20577"/>
        <pc:sldMkLst>
          <pc:docMk/>
          <pc:sldMk cId="3120513527" sldId="284"/>
        </pc:sldMkLst>
        <pc:spChg chg="mod">
          <ac:chgData name="" userId="9bbdc6e4f64eefcd" providerId="LiveId" clId="{2FD015A4-D8E8-4F17-B518-98EE5116946D}" dt="2026-07-09T17:33:08.003" v="24" actId="20577"/>
          <ac:spMkLst>
            <pc:docMk/>
            <pc:sldMk cId="3120513527" sldId="284"/>
            <ac:spMk id="6" creationId="{50854798-E483-4550-916B-893235247AB4}"/>
          </ac:spMkLst>
        </pc:spChg>
        <pc:spChg chg="mod">
          <ac:chgData name="" userId="9bbdc6e4f64eefcd" providerId="LiveId" clId="{2FD015A4-D8E8-4F17-B518-98EE5116946D}" dt="2026-07-09T17:35:17.162" v="110" actId="20577"/>
          <ac:spMkLst>
            <pc:docMk/>
            <pc:sldMk cId="3120513527" sldId="284"/>
            <ac:spMk id="7" creationId="{E9E17409-AE82-4662-B1FD-FB770AE0931C}"/>
          </ac:spMkLst>
        </pc:spChg>
      </pc:sldChg>
      <pc:sldChg chg="addSp modSp add">
        <pc:chgData name="" userId="9bbdc6e4f64eefcd" providerId="LiveId" clId="{2FD015A4-D8E8-4F17-B518-98EE5116946D}" dt="2026-07-09T17:49:20.942" v="201" actId="1076"/>
        <pc:sldMkLst>
          <pc:docMk/>
          <pc:sldMk cId="109054825" sldId="285"/>
        </pc:sldMkLst>
        <pc:picChg chg="mod">
          <ac:chgData name="" userId="9bbdc6e4f64eefcd" providerId="LiveId" clId="{2FD015A4-D8E8-4F17-B518-98EE5116946D}" dt="2026-07-09T17:49:15.137" v="198" actId="1076"/>
          <ac:picMkLst>
            <pc:docMk/>
            <pc:sldMk cId="109054825" sldId="285"/>
            <ac:picMk id="3" creationId="{542F8F56-F732-4694-8726-3299D1FAB680}"/>
          </ac:picMkLst>
        </pc:picChg>
        <pc:picChg chg="add mod">
          <ac:chgData name="" userId="9bbdc6e4f64eefcd" providerId="LiveId" clId="{2FD015A4-D8E8-4F17-B518-98EE5116946D}" dt="2026-07-09T17:49:20.942" v="201" actId="1076"/>
          <ac:picMkLst>
            <pc:docMk/>
            <pc:sldMk cId="109054825" sldId="285"/>
            <ac:picMk id="5" creationId="{FC9D5BB7-5619-41A3-B001-65AE5BA71E27}"/>
          </ac:picMkLst>
        </pc:picChg>
      </pc:sldChg>
      <pc:sldChg chg="addSp delSp modSp add">
        <pc:chgData name="" userId="9bbdc6e4f64eefcd" providerId="LiveId" clId="{2FD015A4-D8E8-4F17-B518-98EE5116946D}" dt="2026-07-09T18:08:25.278" v="366" actId="1076"/>
        <pc:sldMkLst>
          <pc:docMk/>
          <pc:sldMk cId="1081942774" sldId="286"/>
        </pc:sldMkLst>
        <pc:spChg chg="del">
          <ac:chgData name="" userId="9bbdc6e4f64eefcd" providerId="LiveId" clId="{2FD015A4-D8E8-4F17-B518-98EE5116946D}" dt="2026-07-09T17:51:22.676" v="208" actId="478"/>
          <ac:spMkLst>
            <pc:docMk/>
            <pc:sldMk cId="1081942774" sldId="286"/>
            <ac:spMk id="4" creationId="{28E0A77B-54F9-4C75-8080-9B07812105BA}"/>
          </ac:spMkLst>
        </pc:spChg>
        <pc:spChg chg="add mod">
          <ac:chgData name="" userId="9bbdc6e4f64eefcd" providerId="LiveId" clId="{2FD015A4-D8E8-4F17-B518-98EE5116946D}" dt="2026-07-09T17:52:10.947" v="247" actId="207"/>
          <ac:spMkLst>
            <pc:docMk/>
            <pc:sldMk cId="1081942774" sldId="286"/>
            <ac:spMk id="6" creationId="{58499342-DA83-4BF9-AF23-5741FDF5D4A5}"/>
          </ac:spMkLst>
        </pc:spChg>
        <pc:spChg chg="add mod">
          <ac:chgData name="" userId="9bbdc6e4f64eefcd" providerId="LiveId" clId="{2FD015A4-D8E8-4F17-B518-98EE5116946D}" dt="2026-07-09T17:58:52.254" v="346" actId="255"/>
          <ac:spMkLst>
            <pc:docMk/>
            <pc:sldMk cId="1081942774" sldId="286"/>
            <ac:spMk id="7" creationId="{4A8B94BD-6B07-4297-ACF2-D48040C34229}"/>
          </ac:spMkLst>
        </pc:spChg>
        <pc:picChg chg="del">
          <ac:chgData name="" userId="9bbdc6e4f64eefcd" providerId="LiveId" clId="{2FD015A4-D8E8-4F17-B518-98EE5116946D}" dt="2026-07-09T17:51:17.947" v="206" actId="478"/>
          <ac:picMkLst>
            <pc:docMk/>
            <pc:sldMk cId="1081942774" sldId="286"/>
            <ac:picMk id="3" creationId="{542F8F56-F732-4694-8726-3299D1FAB680}"/>
          </ac:picMkLst>
        </pc:picChg>
        <pc:picChg chg="del">
          <ac:chgData name="" userId="9bbdc6e4f64eefcd" providerId="LiveId" clId="{2FD015A4-D8E8-4F17-B518-98EE5116946D}" dt="2026-07-09T17:51:19.905" v="207" actId="478"/>
          <ac:picMkLst>
            <pc:docMk/>
            <pc:sldMk cId="1081942774" sldId="286"/>
            <ac:picMk id="5" creationId="{FC9D5BB7-5619-41A3-B001-65AE5BA71E27}"/>
          </ac:picMkLst>
        </pc:picChg>
        <pc:picChg chg="add mod">
          <ac:chgData name="" userId="9bbdc6e4f64eefcd" providerId="LiveId" clId="{2FD015A4-D8E8-4F17-B518-98EE5116946D}" dt="2026-07-09T18:08:25.278" v="366" actId="1076"/>
          <ac:picMkLst>
            <pc:docMk/>
            <pc:sldMk cId="1081942774" sldId="286"/>
            <ac:picMk id="8" creationId="{96469000-B774-417D-B93E-4A54A522FDA5}"/>
          </ac:picMkLst>
        </pc:picChg>
        <pc:picChg chg="add mod">
          <ac:chgData name="" userId="9bbdc6e4f64eefcd" providerId="LiveId" clId="{2FD015A4-D8E8-4F17-B518-98EE5116946D}" dt="2026-07-09T18:03:03.463" v="355" actId="1076"/>
          <ac:picMkLst>
            <pc:docMk/>
            <pc:sldMk cId="1081942774" sldId="286"/>
            <ac:picMk id="9" creationId="{7E7E922A-5782-4357-824F-8269D8744EDA}"/>
          </ac:picMkLst>
        </pc:picChg>
        <pc:picChg chg="add mod">
          <ac:chgData name="" userId="9bbdc6e4f64eefcd" providerId="LiveId" clId="{2FD015A4-D8E8-4F17-B518-98EE5116946D}" dt="2026-07-09T18:07:42.470" v="359" actId="1076"/>
          <ac:picMkLst>
            <pc:docMk/>
            <pc:sldMk cId="1081942774" sldId="286"/>
            <ac:picMk id="10" creationId="{85E754F5-D316-4A00-BB0A-EC0155BB683D}"/>
          </ac:picMkLst>
        </pc:picChg>
      </pc:sldChg>
      <pc:sldChg chg="addSp delSp modSp add">
        <pc:chgData name="" userId="9bbdc6e4f64eefcd" providerId="LiveId" clId="{2FD015A4-D8E8-4F17-B518-98EE5116946D}" dt="2026-07-09T18:22:33.960" v="536" actId="20577"/>
        <pc:sldMkLst>
          <pc:docMk/>
          <pc:sldMk cId="717449261" sldId="287"/>
        </pc:sldMkLst>
        <pc:spChg chg="add mod">
          <ac:chgData name="" userId="9bbdc6e4f64eefcd" providerId="LiveId" clId="{2FD015A4-D8E8-4F17-B518-98EE5116946D}" dt="2026-07-09T18:22:33.960" v="536" actId="20577"/>
          <ac:spMkLst>
            <pc:docMk/>
            <pc:sldMk cId="717449261" sldId="287"/>
            <ac:spMk id="4" creationId="{5536D737-83A0-41D3-A98C-D9E8E8B0F246}"/>
          </ac:spMkLst>
        </pc:spChg>
        <pc:spChg chg="del">
          <ac:chgData name="" userId="9bbdc6e4f64eefcd" providerId="LiveId" clId="{2FD015A4-D8E8-4F17-B518-98EE5116946D}" dt="2026-07-09T18:08:44.423" v="369" actId="478"/>
          <ac:spMkLst>
            <pc:docMk/>
            <pc:sldMk cId="717449261" sldId="287"/>
            <ac:spMk id="7" creationId="{4A8B94BD-6B07-4297-ACF2-D48040C34229}"/>
          </ac:spMkLst>
        </pc:spChg>
        <pc:graphicFrameChg chg="add mod modGraphic">
          <ac:chgData name="" userId="9bbdc6e4f64eefcd" providerId="LiveId" clId="{2FD015A4-D8E8-4F17-B518-98EE5116946D}" dt="2026-07-09T18:22:03.507" v="498" actId="20577"/>
          <ac:graphicFrameMkLst>
            <pc:docMk/>
            <pc:sldMk cId="717449261" sldId="287"/>
            <ac:graphicFrameMk id="3" creationId="{AC09CF41-49FF-4F2F-95F9-447D9EBC8233}"/>
          </ac:graphicFrameMkLst>
        </pc:graphicFrameChg>
        <pc:picChg chg="mod">
          <ac:chgData name="" userId="9bbdc6e4f64eefcd" providerId="LiveId" clId="{2FD015A4-D8E8-4F17-B518-98EE5116946D}" dt="2026-07-09T18:02:44.600" v="351" actId="1076"/>
          <ac:picMkLst>
            <pc:docMk/>
            <pc:sldMk cId="717449261" sldId="287"/>
            <ac:picMk id="8" creationId="{96469000-B774-417D-B93E-4A54A522FDA5}"/>
          </ac:picMkLst>
        </pc:picChg>
        <pc:picChg chg="add mod">
          <ac:chgData name="" userId="9bbdc6e4f64eefcd" providerId="LiveId" clId="{2FD015A4-D8E8-4F17-B518-98EE5116946D}" dt="2026-07-09T18:02:54.023" v="353" actId="1076"/>
          <ac:picMkLst>
            <pc:docMk/>
            <pc:sldMk cId="717449261" sldId="287"/>
            <ac:picMk id="9" creationId="{F32B5F07-1280-43AA-9D70-3D7B101FEE07}"/>
          </ac:picMkLst>
        </pc:picChg>
        <pc:picChg chg="add mod">
          <ac:chgData name="" userId="9bbdc6e4f64eefcd" providerId="LiveId" clId="{2FD015A4-D8E8-4F17-B518-98EE5116946D}" dt="2026-07-09T18:08:51.311" v="371" actId="14100"/>
          <ac:picMkLst>
            <pc:docMk/>
            <pc:sldMk cId="717449261" sldId="287"/>
            <ac:picMk id="10" creationId="{9E1EDF44-40A4-4302-96AF-9F8D7FF7EB71}"/>
          </ac:picMkLst>
        </pc:picChg>
      </pc:sldChg>
      <pc:sldChg chg="addSp delSp modSp add">
        <pc:chgData name="" userId="9bbdc6e4f64eefcd" providerId="LiveId" clId="{2FD015A4-D8E8-4F17-B518-98EE5116946D}" dt="2026-07-09T18:08:30.723" v="368"/>
        <pc:sldMkLst>
          <pc:docMk/>
          <pc:sldMk cId="1381490979" sldId="288"/>
        </pc:sldMkLst>
        <pc:spChg chg="mod">
          <ac:chgData name="" userId="9bbdc6e4f64eefcd" providerId="LiveId" clId="{2FD015A4-D8E8-4F17-B518-98EE5116946D}" dt="2026-07-09T18:03:38.881" v="357" actId="1076"/>
          <ac:spMkLst>
            <pc:docMk/>
            <pc:sldMk cId="1381490979" sldId="288"/>
            <ac:spMk id="7" creationId="{4A8B94BD-6B07-4297-ACF2-D48040C34229}"/>
          </ac:spMkLst>
        </pc:spChg>
        <pc:picChg chg="del">
          <ac:chgData name="" userId="9bbdc6e4f64eefcd" providerId="LiveId" clId="{2FD015A4-D8E8-4F17-B518-98EE5116946D}" dt="2026-07-09T18:08:30.006" v="367" actId="478"/>
          <ac:picMkLst>
            <pc:docMk/>
            <pc:sldMk cId="1381490979" sldId="288"/>
            <ac:picMk id="8" creationId="{96469000-B774-417D-B93E-4A54A522FDA5}"/>
          </ac:picMkLst>
        </pc:picChg>
        <pc:picChg chg="add mod">
          <ac:chgData name="" userId="9bbdc6e4f64eefcd" providerId="LiveId" clId="{2FD015A4-D8E8-4F17-B518-98EE5116946D}" dt="2026-07-09T18:08:01.422" v="363" actId="1076"/>
          <ac:picMkLst>
            <pc:docMk/>
            <pc:sldMk cId="1381490979" sldId="288"/>
            <ac:picMk id="10" creationId="{C42FD31B-B38F-4972-BA4A-7E21305D235C}"/>
          </ac:picMkLst>
        </pc:picChg>
        <pc:picChg chg="add">
          <ac:chgData name="" userId="9bbdc6e4f64eefcd" providerId="LiveId" clId="{2FD015A4-D8E8-4F17-B518-98EE5116946D}" dt="2026-07-09T18:08:30.723" v="368"/>
          <ac:picMkLst>
            <pc:docMk/>
            <pc:sldMk cId="1381490979" sldId="288"/>
            <ac:picMk id="11" creationId="{8673CAD7-9758-494C-88D0-A0998E5D9D52}"/>
          </ac:picMkLst>
        </pc:picChg>
      </pc:sldChg>
      <pc:sldChg chg="add del">
        <pc:chgData name="" userId="9bbdc6e4f64eefcd" providerId="LiveId" clId="{2FD015A4-D8E8-4F17-B518-98EE5116946D}" dt="2026-07-09T18:07:49.781" v="361"/>
        <pc:sldMkLst>
          <pc:docMk/>
          <pc:sldMk cId="344218210" sldId="28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7E12D-3B3C-49B7-A67A-32223A8E8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54091-6389-40C0-815E-DF2BC3FBB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8135C-1768-4F97-8003-59A9DCC71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94AC7-3F99-4F65-B806-F89122D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803D6-5658-4802-88A6-1ABF0C241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95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A56F5-3144-46F0-81A0-D4F9DAD9A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22355-E3A7-4C3B-BED5-14F9B8ECE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337DC-411A-4133-B08F-383CC9C5A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4DA10F-97A5-4404-B6C2-E668F96B6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37DCD-20B4-4504-A86E-899F6272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3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79891-3B99-43D3-A937-9F3A75B16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2D7FD6-34B5-4DAB-889A-A302CBA8F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A06E2-F237-4713-A6F5-087FA810B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D2451-2190-418A-84A1-951604EC3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C11B0-6011-4BB6-8913-5CB216E84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934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735CB-7C71-461E-858E-A65F5C081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861FB-EB12-47E7-9694-04ACF87012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00928-AB47-4203-8081-D678DA986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7ACE9-3A3D-48E5-9E65-9B335479E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527C4-22C5-484D-9941-6C0893711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D9054-A41E-4287-A3CB-5EE7BF8E3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22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FE8E1-0ECF-42F9-B8BE-26E064278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6D83A-4A41-4DBF-BB9D-A4E90E6A4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0FA463-669D-43D3-ADD2-CF6DC57F3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7CD8A5-73B4-4296-A231-029F8F303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E0FEF7-974B-4B10-AFF5-2C998D2831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6715AA-CA08-4939-B019-1D694F6CD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5C6EA4-AC2F-412B-8F82-07C6EE116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87B2BC-C3FB-45A3-8A89-BD694B4E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02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E3052-4F53-4356-BEBC-DC7B04F57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ACAD8-F5A1-463B-9DAE-B76690D14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01011D-CB42-47E9-927E-B8561F977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6CB712-BBA8-4D9E-B477-7821BF5B6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394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045C8F-E5BA-4249-9FAA-37B9DFD4D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ADBFE-20E0-439C-B40E-F1C7370EB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1E489-303A-42FA-972C-5926FB69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47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628A-4AFE-49D0-BB57-E6F39757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D63C4-E571-4F25-98D9-E20252D6C1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1F059-CDD0-4CB3-9EDF-718569A57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1E996-59EC-4BC2-B236-9040D28E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FAE07-D087-4ADF-8069-9D5D042F9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28ECBC-A367-43E4-891F-E27B9A247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521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9DEB-D656-4DE1-A5A3-85B2EA012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881AA8-1A26-4DB5-BE57-66BC6E97C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D04514-FF57-4B2D-A56B-56F7440C8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5BCA64-9EF9-412D-82B4-91DECF9F3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E5409B-E002-4672-BC70-D1D0D004A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974EA-24AD-47B7-8A55-06CF168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52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C6D35-61CF-47B1-8D36-7E78DB76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1CED2C-9F81-4FAC-B45F-EFCCA7ACD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35D9E-C44E-42F8-AD97-8FC439A83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D2A4A-4B86-494B-A6D0-1ED05BC3E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3BE5A-7198-4BBE-B57B-0BEA196B1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464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A188C7-D9A3-439F-8BB7-3850CC1D6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DEC9FA-2CDA-4D3B-ABDA-8B66D1969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0733C-CDD5-42A3-AC7D-5C6A8613E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00427-BBEE-463A-9C39-813CA432E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D0335-AA62-4287-B804-5644023E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3000">
              <a:schemeClr val="accent1">
                <a:lumMod val="20000"/>
                <a:lumOff val="80000"/>
              </a:schemeClr>
            </a:gs>
            <a:gs pos="80000">
              <a:schemeClr val="accent1">
                <a:lumMod val="40000"/>
                <a:lumOff val="60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0E687A-6160-4787-A146-DA9AB598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6E23-0CCF-498E-B510-4D99E777D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403C-7FB8-4ADF-8331-497F20615E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C5D519-54BE-412E-AB7A-67E26AEC3A2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67D25-EE66-4856-88AA-F48FB0F18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ECB69C-A247-4AEC-ADFC-3702A5E97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983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5" y="709686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C1A27E-220A-4493-B026-206DF62A75A9}"/>
              </a:ext>
            </a:extLst>
          </p:cNvPr>
          <p:cNvSpPr txBox="1"/>
          <p:nvPr/>
        </p:nvSpPr>
        <p:spPr>
          <a:xfrm>
            <a:off x="800100" y="1676400"/>
            <a:ext cx="472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Boosting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CD0C5B-0883-48F7-9B59-5BC2723B0952}"/>
              </a:ext>
            </a:extLst>
          </p:cNvPr>
          <p:cNvSpPr txBox="1"/>
          <p:nvPr/>
        </p:nvSpPr>
        <p:spPr>
          <a:xfrm>
            <a:off x="1209675" y="2522786"/>
            <a:ext cx="30670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Lucida Handwriting" panose="03010101010101010101" pitchFamily="66" charset="0"/>
              </a:rPr>
              <a:t>Ensemble</a:t>
            </a:r>
          </a:p>
        </p:txBody>
      </p:sp>
    </p:spTree>
    <p:extLst>
      <p:ext uri="{BB962C8B-B14F-4D97-AF65-F5344CB8AC3E}">
        <p14:creationId xmlns:p14="http://schemas.microsoft.com/office/powerpoint/2010/main" val="1173292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6" y="-3534603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44961BDC-7F9C-4368-98A9-8767A445C6D0}"/>
              </a:ext>
            </a:extLst>
          </p:cNvPr>
          <p:cNvSpPr/>
          <p:nvPr/>
        </p:nvSpPr>
        <p:spPr>
          <a:xfrm rot="16200000">
            <a:off x="-571634" y="-92213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54798-E483-4550-916B-893235247AB4}"/>
              </a:ext>
            </a:extLst>
          </p:cNvPr>
          <p:cNvSpPr txBox="1"/>
          <p:nvPr/>
        </p:nvSpPr>
        <p:spPr>
          <a:xfrm>
            <a:off x="419100" y="1676400"/>
            <a:ext cx="7069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 err="1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AdaBOOST</a:t>
            </a:r>
            <a:endParaRPr lang="en-US" sz="7200" b="1" dirty="0">
              <a:solidFill>
                <a:schemeClr val="accent1">
                  <a:lumMod val="50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17409-AE82-4662-B1FD-FB770AE0931C}"/>
              </a:ext>
            </a:extLst>
          </p:cNvPr>
          <p:cNvSpPr txBox="1"/>
          <p:nvPr/>
        </p:nvSpPr>
        <p:spPr>
          <a:xfrm>
            <a:off x="704851" y="3246060"/>
            <a:ext cx="5105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It is a boosting algorithm in which weak learner’s errors are conveyed to the subsequent weak learner via weights assignment and cumulative binning sampling.</a:t>
            </a:r>
            <a:endParaRPr lang="en-US" sz="2400" b="1" dirty="0">
              <a:solidFill>
                <a:schemeClr val="accent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CD4C7CC1-847C-4902-8AA8-42E012FC2F48}"/>
              </a:ext>
            </a:extLst>
          </p:cNvPr>
          <p:cNvSpPr/>
          <p:nvPr/>
        </p:nvSpPr>
        <p:spPr>
          <a:xfrm rot="16200000">
            <a:off x="10596251" y="4528714"/>
            <a:ext cx="1104198" cy="951895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58F81C20-2DC3-453E-9FBE-3E5CCA0E6C87}"/>
              </a:ext>
            </a:extLst>
          </p:cNvPr>
          <p:cNvSpPr/>
          <p:nvPr/>
        </p:nvSpPr>
        <p:spPr>
          <a:xfrm rot="16200000">
            <a:off x="8279424" y="4702681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0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929145-6236-4222-9BD4-E8BA5FB36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775652"/>
              </p:ext>
            </p:extLst>
          </p:nvPr>
        </p:nvGraphicFramePr>
        <p:xfrm>
          <a:off x="2800350" y="1620457"/>
          <a:ext cx="5820424" cy="3617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106">
                  <a:extLst>
                    <a:ext uri="{9D8B030D-6E8A-4147-A177-3AD203B41FA5}">
                      <a16:colId xmlns:a16="http://schemas.microsoft.com/office/drawing/2014/main" val="3383837392"/>
                    </a:ext>
                  </a:extLst>
                </a:gridCol>
                <a:gridCol w="1455106">
                  <a:extLst>
                    <a:ext uri="{9D8B030D-6E8A-4147-A177-3AD203B41FA5}">
                      <a16:colId xmlns:a16="http://schemas.microsoft.com/office/drawing/2014/main" val="3928676734"/>
                    </a:ext>
                  </a:extLst>
                </a:gridCol>
                <a:gridCol w="1455106">
                  <a:extLst>
                    <a:ext uri="{9D8B030D-6E8A-4147-A177-3AD203B41FA5}">
                      <a16:colId xmlns:a16="http://schemas.microsoft.com/office/drawing/2014/main" val="3552659832"/>
                    </a:ext>
                  </a:extLst>
                </a:gridCol>
                <a:gridCol w="1455106">
                  <a:extLst>
                    <a:ext uri="{9D8B030D-6E8A-4147-A177-3AD203B41FA5}">
                      <a16:colId xmlns:a16="http://schemas.microsoft.com/office/drawing/2014/main" val="1592418772"/>
                    </a:ext>
                  </a:extLst>
                </a:gridCol>
              </a:tblGrid>
              <a:tr h="328826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Height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Goats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Climbed Meters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642687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64743743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1233887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7138798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118685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0953682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000494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8577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4217974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85597396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99622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460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78EE773-DF09-438D-8A6B-1648317C5627}"/>
                  </a:ext>
                </a:extLst>
              </p:cNvPr>
              <p:cNvSpPr/>
              <p:nvPr/>
            </p:nvSpPr>
            <p:spPr>
              <a:xfrm>
                <a:off x="7926791" y="2963317"/>
                <a:ext cx="3345148" cy="1292662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5400" b="1" cap="none" spc="0" dirty="0">
                    <a:ln w="9525">
                      <a:solidFill>
                        <a:schemeClr val="bg1"/>
                      </a:solidFill>
                      <a:prstDash val="solid"/>
                    </a:ln>
                    <a:solidFill>
                      <a:schemeClr val="accent5"/>
                    </a:solidFill>
                    <a:effectLst>
                      <a:outerShdw blurRad="12700" dist="38100" dir="2700000" algn="tl" rotWithShape="0">
                        <a:schemeClr val="accent5">
                          <a:lumMod val="60000"/>
                          <a:lumOff val="40000"/>
                        </a:schemeClr>
                      </a:outerShdw>
                    </a:effectLst>
                  </a:rPr>
                  <a:t>Weights=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5400" b="1" i="1" cap="none" spc="0" smtClean="0">
                            <a:ln w="9525">
                              <a:solidFill>
                                <a:schemeClr val="bg1"/>
                              </a:solidFill>
                              <a:prstDash val="solid"/>
                            </a:ln>
                            <a:solidFill>
                              <a:schemeClr val="accent5"/>
                            </a:solidFill>
                            <a:effectLst>
                              <a:outerShdw blurRad="12700" dist="38100" dir="2700000" algn="tl" rotWithShape="0">
                                <a:schemeClr val="accent5">
                                  <a:lumMod val="60000"/>
                                  <a:lumOff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5400" b="1" i="1" cap="none" spc="0" smtClean="0">
                            <a:ln w="9525">
                              <a:solidFill>
                                <a:schemeClr val="bg1"/>
                              </a:solidFill>
                              <a:prstDash val="solid"/>
                            </a:ln>
                            <a:solidFill>
                              <a:schemeClr val="accent5"/>
                            </a:solidFill>
                            <a:effectLst>
                              <a:outerShdw blurRad="12700" dist="38100" dir="2700000" algn="tl" rotWithShape="0">
                                <a:schemeClr val="accent5">
                                  <a:lumMod val="60000"/>
                                  <a:lumOff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5400" b="1" i="1" cap="none" spc="0" smtClean="0">
                            <a:ln w="9525">
                              <a:solidFill>
                                <a:schemeClr val="bg1"/>
                              </a:solidFill>
                              <a:prstDash val="solid"/>
                            </a:ln>
                            <a:solidFill>
                              <a:schemeClr val="accent5"/>
                            </a:solidFill>
                            <a:effectLst>
                              <a:outerShdw blurRad="12700" dist="38100" dir="2700000" algn="tl" rotWithShape="0">
                                <a:schemeClr val="accent5">
                                  <a:lumMod val="60000"/>
                                  <a:lumOff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𝒏</m:t>
                        </m:r>
                      </m:den>
                    </m:f>
                  </m:oMath>
                </a14:m>
                <a:endParaRPr lang="en-US" sz="5400" b="1" cap="none" spc="0" dirty="0">
                  <a:ln w="9525">
                    <a:solidFill>
                      <a:schemeClr val="bg1"/>
                    </a:solidFill>
                    <a:prstDash val="solid"/>
                  </a:ln>
                  <a:solidFill>
                    <a:schemeClr val="accent5"/>
                  </a:solidFill>
                  <a:effectLst>
                    <a:outerShdw blurRad="12700" dist="38100" dir="2700000" algn="tl" rotWithShape="0">
                      <a:schemeClr val="accent5">
                        <a:lumMod val="60000"/>
                        <a:lumOff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78EE773-DF09-438D-8A6B-1648317C5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791" y="2963317"/>
                <a:ext cx="3345148" cy="129266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BAFB4D3-258B-493E-B1A4-10C9E71829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916960"/>
              </p:ext>
            </p:extLst>
          </p:nvPr>
        </p:nvGraphicFramePr>
        <p:xfrm>
          <a:off x="920061" y="1716916"/>
          <a:ext cx="5820425" cy="3785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085">
                  <a:extLst>
                    <a:ext uri="{9D8B030D-6E8A-4147-A177-3AD203B41FA5}">
                      <a16:colId xmlns:a16="http://schemas.microsoft.com/office/drawing/2014/main" val="3383837392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3928676734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3552659832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1592418772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2090625745"/>
                    </a:ext>
                  </a:extLst>
                </a:gridCol>
              </a:tblGrid>
              <a:tr h="328826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Height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Goats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Climbed Meters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Weights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642687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64743743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1233887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7138798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118685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0953682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000494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8577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4217974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85597396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99622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642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7DA099-4015-46D3-BD47-1E1DB0CDE9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350" y="1448847"/>
            <a:ext cx="6455045" cy="487575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40045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7D60CD4-0D12-43EA-8F01-FA21F2B0FC9C}"/>
                  </a:ext>
                </a:extLst>
              </p:cNvPr>
              <p:cNvSpPr/>
              <p:nvPr/>
            </p:nvSpPr>
            <p:spPr>
              <a:xfrm>
                <a:off x="5552715" y="2687708"/>
                <a:ext cx="7069208" cy="176509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Decision Tree’s influence (</a:t>
                </a:r>
                <a:r>
                  <a:rPr lang="el-GR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α</a:t>
                </a:r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)=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sz="2400" i="0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𝑎𝑐𝑐𝑢𝑟𝑎𝑐𝑦</m:t>
                        </m:r>
                      </m:num>
                      <m:den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𝑎𝑐𝑐𝑢𝑟𝑎𝑐𝑦</m:t>
                        </m:r>
                      </m:den>
                    </m:f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  <a:p>
                <a:pPr algn="ctr"/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  <a:p>
                <a:pPr algn="ctr"/>
                <a:r>
                  <a:rPr lang="en-US" sz="2400" dirty="0" err="1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New_Weights</a:t>
                </a:r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=</a:t>
                </a:r>
                <a14:m>
                  <m:oMath xmlns:m="http://schemas.openxmlformats.org/officeDocument/2006/math">
                    <m:r>
                      <a:rPr lang="en-US" sz="2400" i="0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l-GR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α</m:t>
                        </m:r>
                      </m:sup>
                    </m:sSup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𝑐𝑜𝑟𝑟𝑒𝑐𝑡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𝑝𝑟𝑒𝑑𝑖𝑐𝑡𝑖𝑜𝑛</m:t>
                    </m:r>
                  </m:oMath>
                </a14:m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  <a:p>
                <a:pPr algn="ctr"/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		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l-GR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α</m:t>
                        </m:r>
                      </m:sup>
                    </m:sSup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𝑖𝑛𝑐𝑜𝑟𝑟𝑒𝑐𝑡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𝑝𝑟𝑒𝑑𝑖𝑐𝑡𝑖𝑜𝑛</m:t>
                    </m:r>
                  </m:oMath>
                </a14:m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7D60CD4-0D12-43EA-8F01-FA21F2B0FC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715" y="2687708"/>
                <a:ext cx="7069208" cy="1765099"/>
              </a:xfrm>
              <a:prstGeom prst="rect">
                <a:avLst/>
              </a:prstGeom>
              <a:blipFill>
                <a:blip r:embed="rId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84FA58B-7A2A-4A68-B42E-1DCC42B28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340" y="2062033"/>
            <a:ext cx="5687219" cy="301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851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Resampling df via Cumulative Weights (or Bins)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2183F-5DF4-413F-94FE-3157FE189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47" y="2523961"/>
            <a:ext cx="3620005" cy="23434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3CD543-63FB-4D7F-A44A-42E101383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376" y="2523961"/>
            <a:ext cx="4709169" cy="35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262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Resampling df via Cumulative Weights (or Bins)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CD543-63FB-4D7F-A44A-42E101383D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376" y="2523961"/>
            <a:ext cx="4709169" cy="35570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1B774DB-0ACC-40F5-ABB0-17C536100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67" y="2866853"/>
            <a:ext cx="4763165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49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6" y="-3534603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44961BDC-7F9C-4368-98A9-8767A445C6D0}"/>
              </a:ext>
            </a:extLst>
          </p:cNvPr>
          <p:cNvSpPr/>
          <p:nvPr/>
        </p:nvSpPr>
        <p:spPr>
          <a:xfrm rot="16200000">
            <a:off x="-571634" y="-92213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54798-E483-4550-916B-893235247AB4}"/>
              </a:ext>
            </a:extLst>
          </p:cNvPr>
          <p:cNvSpPr txBox="1"/>
          <p:nvPr/>
        </p:nvSpPr>
        <p:spPr>
          <a:xfrm>
            <a:off x="419098" y="598438"/>
            <a:ext cx="70692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Gradient Boosting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17409-AE82-4662-B1FD-FB770AE0931C}"/>
              </a:ext>
            </a:extLst>
          </p:cNvPr>
          <p:cNvSpPr txBox="1"/>
          <p:nvPr/>
        </p:nvSpPr>
        <p:spPr>
          <a:xfrm>
            <a:off x="704851" y="3246060"/>
            <a:ext cx="5105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It is a boosting algorithm in which a weak learner’s errors are conveyed to the subsequent weak learner via residuals and a learning rate to prevent overfitting.</a:t>
            </a:r>
            <a:endParaRPr lang="en-US" sz="2400" b="1" dirty="0">
              <a:solidFill>
                <a:schemeClr val="accent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CD4C7CC1-847C-4902-8AA8-42E012FC2F48}"/>
              </a:ext>
            </a:extLst>
          </p:cNvPr>
          <p:cNvSpPr/>
          <p:nvPr/>
        </p:nvSpPr>
        <p:spPr>
          <a:xfrm rot="16200000">
            <a:off x="10596251" y="4528714"/>
            <a:ext cx="1104198" cy="951895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58F81C20-2DC3-453E-9FBE-3E5CCA0E6C87}"/>
              </a:ext>
            </a:extLst>
          </p:cNvPr>
          <p:cNvSpPr/>
          <p:nvPr/>
        </p:nvSpPr>
        <p:spPr>
          <a:xfrm rot="16200000">
            <a:off x="8279424" y="4702681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85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Predicting the Salaries of Students with Their IQ and CGPA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4499AE-EB69-4896-A4EE-DF5671CD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62" y="2445767"/>
            <a:ext cx="2564585" cy="2304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3D1018-EFB9-46E0-A172-C0A2416D513B}"/>
              </a:ext>
            </a:extLst>
          </p:cNvPr>
          <p:cNvSpPr txBox="1"/>
          <p:nvPr/>
        </p:nvSpPr>
        <p:spPr>
          <a:xfrm>
            <a:off x="6097130" y="2951946"/>
            <a:ext cx="5810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first prediction is an average of Salaries = 4.8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FF7D5-CD45-44B8-A6DA-2964CA8AB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62" y="7081743"/>
            <a:ext cx="4626110" cy="23048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0F217D-E930-4E02-95BA-92C690F8D1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081743"/>
            <a:ext cx="4709169" cy="3557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E85FD4-20F3-49D7-8D2F-089880DB429C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</p:spTree>
    <p:extLst>
      <p:ext uri="{BB962C8B-B14F-4D97-AF65-F5344CB8AC3E}">
        <p14:creationId xmlns:p14="http://schemas.microsoft.com/office/powerpoint/2010/main" val="1534193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4499AE-EB69-4896-A4EE-DF5671CD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80138" y="2445767"/>
            <a:ext cx="2564585" cy="2304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3D1018-EFB9-46E0-A172-C0A2416D513B}"/>
              </a:ext>
            </a:extLst>
          </p:cNvPr>
          <p:cNvSpPr txBox="1"/>
          <p:nvPr/>
        </p:nvSpPr>
        <p:spPr>
          <a:xfrm>
            <a:off x="12897980" y="2951946"/>
            <a:ext cx="5810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first prediction is an average of Salaries = 4.8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0E2081-876A-4968-AAFB-796DB86B8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62" y="2445766"/>
            <a:ext cx="4626110" cy="23048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85AA65-EFE8-4538-A419-9DB5DB3D3D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45766"/>
            <a:ext cx="4709169" cy="35570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B30DA48-6FC9-45D5-807B-036F499CDCB8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Training Decision Tree on IQ, CGPA and Res1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0B8871-2D1C-4E2B-9587-FB1B77086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31" y="7282046"/>
            <a:ext cx="6629669" cy="24286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D95B3A-0103-4C42-BCD8-0B30D19894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6115" y="7282046"/>
            <a:ext cx="4709169" cy="3557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E8C09E-A5A9-48AB-900A-9F4CAD81D17C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</p:spTree>
    <p:extLst>
      <p:ext uri="{BB962C8B-B14F-4D97-AF65-F5344CB8AC3E}">
        <p14:creationId xmlns:p14="http://schemas.microsoft.com/office/powerpoint/2010/main" val="158919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Training Decision Tree on IQ, CGPA and Res2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0E2081-876A-4968-AAFB-796DB86B8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04088" y="2445766"/>
            <a:ext cx="4626110" cy="23048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85AA65-EFE8-4538-A419-9DB5DB3D3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92100" y="2445766"/>
            <a:ext cx="4709169" cy="35570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2B35B3-278C-42D0-AFC0-CA3683CC6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31" y="2386196"/>
            <a:ext cx="6629669" cy="24286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68B2B-69CB-416B-843F-12F522901F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6115" y="2386196"/>
            <a:ext cx="4709169" cy="3557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A50D4E-E5A6-4806-9B19-81775724A9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1311" y="7272613"/>
            <a:ext cx="10273904" cy="2899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0F3D89-2912-4A4A-80C3-7035DDDF399D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</p:spTree>
    <p:extLst>
      <p:ext uri="{BB962C8B-B14F-4D97-AF65-F5344CB8AC3E}">
        <p14:creationId xmlns:p14="http://schemas.microsoft.com/office/powerpoint/2010/main" val="353299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Training Decision Tree on IQ, CGPA and Res2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2B35B3-278C-42D0-AFC0-CA3683CC6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296419" y="2386196"/>
            <a:ext cx="6629669" cy="24286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68B2B-69CB-416B-843F-12F522901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75915" y="2386196"/>
            <a:ext cx="4709169" cy="3557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DA3F71-1E4F-4672-AE2C-2DDE57F37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630" y="2386196"/>
            <a:ext cx="10273904" cy="289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99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673E19-98A6-4859-BA07-2F93F338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36" y="1712054"/>
            <a:ext cx="3833914" cy="46608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101D5D-C8AA-4A2A-A33C-B17C91515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154" y="1807919"/>
            <a:ext cx="7990723" cy="405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22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673E19-98A6-4859-BA07-2F93F338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896047" y="1712054"/>
            <a:ext cx="3833914" cy="46608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CC70CE-2B7E-45E0-AB17-AB10FCF25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19" y="1807919"/>
            <a:ext cx="7990723" cy="40581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/>
              <p:nvPr/>
            </p:nvSpPr>
            <p:spPr>
              <a:xfrm>
                <a:off x="8347521" y="2361795"/>
                <a:ext cx="4010733" cy="156523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400" b="0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#0</m:t>
                        </m:r>
                      </m:den>
                    </m:f>
                  </m:oMath>
                </a14:m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(1+</m:t>
                        </m:r>
                        <m:sSup>
                          <m:sSupPr>
                            <m:ctrlP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𝑙𝑜𝑑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𝑜𝑑𝑑𝑠</m:t>
                            </m:r>
                          </m:sup>
                        </m:sSup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521" y="2361795"/>
                <a:ext cx="4010733" cy="1565237"/>
              </a:xfrm>
              <a:prstGeom prst="rect">
                <a:avLst/>
              </a:prstGeom>
              <a:blipFill>
                <a:blip r:embed="rId4"/>
                <a:stretch>
                  <a:fillRect b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906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CC70CE-2B7E-45E0-AB17-AB10FCF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43832" y="1807919"/>
            <a:ext cx="7990723" cy="40581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/>
              <p:nvPr/>
            </p:nvSpPr>
            <p:spPr>
              <a:xfrm>
                <a:off x="8347521" y="830997"/>
                <a:ext cx="4010733" cy="156523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400" b="0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#0</m:t>
                        </m:r>
                      </m:den>
                    </m:f>
                  </m:oMath>
                </a14:m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(1+</m:t>
                        </m:r>
                        <m:sSup>
                          <m:sSupPr>
                            <m:ctrlP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𝑙𝑜𝑑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𝑜𝑑𝑑𝑠</m:t>
                            </m:r>
                          </m:sup>
                        </m:sSup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521" y="830997"/>
                <a:ext cx="4010733" cy="1565237"/>
              </a:xfrm>
              <a:prstGeom prst="rect">
                <a:avLst/>
              </a:prstGeom>
              <a:blipFill>
                <a:blip r:embed="rId3"/>
                <a:stretch>
                  <a:fillRect b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39AD84A-9A87-4472-8A13-8321C50A57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541" y="1807919"/>
            <a:ext cx="4709169" cy="35570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/>
              <p:nvPr/>
            </p:nvSpPr>
            <p:spPr>
              <a:xfrm>
                <a:off x="6081444" y="3492459"/>
                <a:ext cx="6110556" cy="6890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Transformed_lod_odds=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𝑹𝒆𝒔𝒊𝒅𝒖𝒂𝒍𝒔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𝒊𝒏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𝒕𝒉𝒆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𝒍𝒆𝒂𝒇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𝒏𝒐𝒅𝒆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𝑷𝒓𝒆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𝑷𝒓𝒐𝒃</m:t>
                                </m:r>
                              </m:sub>
                            </m:s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d>
                              <m:d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𝑷𝒓𝒆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𝑷𝒓𝒐𝒃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</m:nary>
                      </m:den>
                    </m:f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1444" y="3492459"/>
                <a:ext cx="6110556" cy="689035"/>
              </a:xfrm>
              <a:prstGeom prst="rect">
                <a:avLst/>
              </a:prstGeom>
              <a:blipFill>
                <a:blip r:embed="rId5"/>
                <a:stretch>
                  <a:fillRect l="-1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120649E-954B-48ED-A296-C29B40E810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3721" y="8026404"/>
            <a:ext cx="8304557" cy="2802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611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/>
              <p:nvPr/>
            </p:nvSpPr>
            <p:spPr>
              <a:xfrm>
                <a:off x="17285044" y="830997"/>
                <a:ext cx="4010733" cy="156523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400" b="0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#0</m:t>
                        </m:r>
                      </m:den>
                    </m:f>
                  </m:oMath>
                </a14:m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(1+</m:t>
                        </m:r>
                        <m:sSup>
                          <m:sSupPr>
                            <m:ctrlP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𝑙𝑜𝑑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𝑜𝑑𝑑𝑠</m:t>
                            </m:r>
                          </m:sup>
                        </m:sSup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5044" y="830997"/>
                <a:ext cx="4010733" cy="1565237"/>
              </a:xfrm>
              <a:prstGeom prst="rect">
                <a:avLst/>
              </a:prstGeom>
              <a:blipFill>
                <a:blip r:embed="rId2"/>
                <a:stretch>
                  <a:fillRect b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39AD84A-9A87-4472-8A13-8321C50A5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002904" y="1807919"/>
            <a:ext cx="4709169" cy="35570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/>
              <p:nvPr/>
            </p:nvSpPr>
            <p:spPr>
              <a:xfrm>
                <a:off x="15018967" y="3492459"/>
                <a:ext cx="6110556" cy="6890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Transformed_lod_odds=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𝑹𝒆𝒔𝒊𝒅𝒖𝒂𝒍𝒔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𝒊𝒏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𝒕𝒉𝒆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𝒍𝒆𝒂𝒇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𝒏𝒐𝒅𝒆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𝑷𝒓𝒆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𝑷𝒓𝒐𝒃</m:t>
                                </m:r>
                              </m:sub>
                            </m:s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d>
                              <m:d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𝑷𝒓𝒆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𝑷𝒓𝒐𝒃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</m:nary>
                      </m:den>
                    </m:f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18967" y="3492459"/>
                <a:ext cx="6110556" cy="689035"/>
              </a:xfrm>
              <a:prstGeom prst="rect">
                <a:avLst/>
              </a:prstGeom>
              <a:blipFill>
                <a:blip r:embed="rId4"/>
                <a:stretch>
                  <a:fillRect l="-1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38535395-9B2A-4FED-BD0A-868402D740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721" y="2393466"/>
            <a:ext cx="8304557" cy="28029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4821EB-0F8B-4F00-B45A-9C90BA1F94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167" y="8358660"/>
            <a:ext cx="11699665" cy="310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244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535395-9B2A-4FED-BD0A-868402D74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58079" y="2393466"/>
            <a:ext cx="8304557" cy="28029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4821EB-0F8B-4F00-B45A-9C90BA1F9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67" y="2244483"/>
            <a:ext cx="11699665" cy="310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009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6" y="-3534603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44961BDC-7F9C-4368-98A9-8767A445C6D0}"/>
              </a:ext>
            </a:extLst>
          </p:cNvPr>
          <p:cNvSpPr/>
          <p:nvPr/>
        </p:nvSpPr>
        <p:spPr>
          <a:xfrm rot="16200000">
            <a:off x="-571634" y="-92213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54798-E483-4550-916B-893235247AB4}"/>
              </a:ext>
            </a:extLst>
          </p:cNvPr>
          <p:cNvSpPr txBox="1"/>
          <p:nvPr/>
        </p:nvSpPr>
        <p:spPr>
          <a:xfrm>
            <a:off x="149987" y="1303616"/>
            <a:ext cx="7069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XGBOOST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17409-AE82-4662-B1FD-FB770AE0931C}"/>
              </a:ext>
            </a:extLst>
          </p:cNvPr>
          <p:cNvSpPr txBox="1"/>
          <p:nvPr/>
        </p:nvSpPr>
        <p:spPr>
          <a:xfrm>
            <a:off x="704851" y="3246060"/>
            <a:ext cx="5105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It is a boosting algorithm in which a weak learner’s errors are conveyed to the subsequent weak learner via residuals and a learning rate to prevent overfitting.</a:t>
            </a:r>
          </a:p>
          <a:p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We use ‘Similarity Score’ to decide splitting criteria in Decision Trees.</a:t>
            </a: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CD4C7CC1-847C-4902-8AA8-42E012FC2F48}"/>
              </a:ext>
            </a:extLst>
          </p:cNvPr>
          <p:cNvSpPr/>
          <p:nvPr/>
        </p:nvSpPr>
        <p:spPr>
          <a:xfrm rot="16200000">
            <a:off x="10596251" y="4528714"/>
            <a:ext cx="1104198" cy="951895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58F81C20-2DC3-453E-9FBE-3E5CCA0E6C87}"/>
              </a:ext>
            </a:extLst>
          </p:cNvPr>
          <p:cNvSpPr/>
          <p:nvPr/>
        </p:nvSpPr>
        <p:spPr>
          <a:xfrm rot="16200000">
            <a:off x="8279424" y="4702681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513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2F8F56-F732-4694-8726-3299D1FAB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64" y="1882784"/>
            <a:ext cx="2668042" cy="26892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E0A77B-54F9-4C75-8080-9B07812105BA}"/>
              </a:ext>
            </a:extLst>
          </p:cNvPr>
          <p:cNvSpPr txBox="1"/>
          <p:nvPr/>
        </p:nvSpPr>
        <p:spPr>
          <a:xfrm>
            <a:off x="5257799" y="2434016"/>
            <a:ext cx="6131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Model 1 prediction= Average of values in ‘Package’ column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42AA28-5450-43E8-B6B1-A7D269C8B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16" y="7369184"/>
            <a:ext cx="4997283" cy="268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14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2F8F56-F732-4694-8726-3299D1FAB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51304" y="1882784"/>
            <a:ext cx="2668042" cy="26892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E0A77B-54F9-4C75-8080-9B07812105BA}"/>
              </a:ext>
            </a:extLst>
          </p:cNvPr>
          <p:cNvSpPr txBox="1"/>
          <p:nvPr/>
        </p:nvSpPr>
        <p:spPr>
          <a:xfrm>
            <a:off x="5257799" y="2434016"/>
            <a:ext cx="6131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Model 1 prediction= Average of values in ‘Package’ column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D5BB7-5619-41A3-B001-65AE5BA7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16" y="1882784"/>
            <a:ext cx="4997283" cy="268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4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/>
              <p:nvPr/>
            </p:nvSpPr>
            <p:spPr>
              <a:xfrm>
                <a:off x="1067629" y="2654710"/>
                <a:ext cx="9020268" cy="21818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Similarity Score=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  <m:t>𝑹𝒆𝒔</m:t>
                                </m:r>
                              </m:e>
                            </m:nary>
                            <m:r>
                              <a:rPr lang="en-US" sz="4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𝑹𝒆𝒔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l-GR" sz="4000" b="1" i="1" smtClean="0">
                            <a:latin typeface="Cambria Math" panose="02040503050406030204" pitchFamily="18" charset="0"/>
                          </a:rPr>
                          <m:t>𝝀</m:t>
                        </m:r>
                      </m:den>
                    </m:f>
                  </m:oMath>
                </a14:m>
                <a:endParaRPr lang="en-US" sz="4000" b="1" dirty="0"/>
              </a:p>
              <a:p>
                <a:endParaRPr lang="en-US" sz="4000" b="1" dirty="0"/>
              </a:p>
              <a:p>
                <a:r>
                  <a:rPr lang="en-US" sz="3200" b="1" dirty="0"/>
                  <a:t>Gain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3200" b="1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sz="3200" b="1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𝑹𝒐𝒐𝒕</m:t>
                        </m:r>
                      </m:sub>
                    </m:sSub>
                  </m:oMath>
                </a14:m>
                <a:endParaRPr lang="en-US" sz="32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629" y="2654710"/>
                <a:ext cx="9020268" cy="2181816"/>
              </a:xfrm>
              <a:prstGeom prst="rect">
                <a:avLst/>
              </a:prstGeom>
              <a:blipFill>
                <a:blip r:embed="rId2"/>
                <a:stretch>
                  <a:fillRect l="-1689" b="-8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6469000-B774-417D-B93E-4A54A522F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913" y="2741539"/>
            <a:ext cx="4850499" cy="22375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7E922A-5782-4357-824F-8269D8744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824" y="7844875"/>
            <a:ext cx="6001588" cy="33151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E754F5-D316-4A00-BB0A-EC0155BB68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516" y="7844875"/>
            <a:ext cx="4997283" cy="268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42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/>
              <p:nvPr/>
            </p:nvSpPr>
            <p:spPr>
              <a:xfrm>
                <a:off x="-9020268" y="2654710"/>
                <a:ext cx="9020268" cy="21818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Similarity Score=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  <m:t>𝑹𝒆𝒔</m:t>
                                </m:r>
                              </m:e>
                            </m:nary>
                            <m:r>
                              <a:rPr lang="en-US" sz="4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𝑹𝒆𝒔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l-GR" sz="4000" b="1" i="1" smtClean="0">
                            <a:latin typeface="Cambria Math" panose="02040503050406030204" pitchFamily="18" charset="0"/>
                          </a:rPr>
                          <m:t>𝝀</m:t>
                        </m:r>
                      </m:den>
                    </m:f>
                  </m:oMath>
                </a14:m>
                <a:endParaRPr lang="en-US" sz="4000" b="1" dirty="0"/>
              </a:p>
              <a:p>
                <a:endParaRPr lang="en-US" sz="4000" b="1" dirty="0"/>
              </a:p>
              <a:p>
                <a:r>
                  <a:rPr lang="en-US" sz="3200" b="1" dirty="0"/>
                  <a:t>Gain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3200" b="1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sz="3200" b="1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𝑹𝒐𝒐𝒕</m:t>
                        </m:r>
                      </m:sub>
                    </m:sSub>
                  </m:oMath>
                </a14:m>
                <a:endParaRPr lang="en-US" sz="32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020268" y="2654710"/>
                <a:ext cx="9020268" cy="2181816"/>
              </a:xfrm>
              <a:prstGeom prst="rect">
                <a:avLst/>
              </a:prstGeom>
              <a:blipFill>
                <a:blip r:embed="rId2"/>
                <a:stretch>
                  <a:fillRect l="-1689" b="-8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E7E922A-5782-4357-824F-8269D8744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824" y="7844875"/>
            <a:ext cx="6001588" cy="33151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2FD31B-B38F-4972-BA4A-7E21305D2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16" y="2741539"/>
            <a:ext cx="4997283" cy="26892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73CAD7-9758-494C-88D0-A0998E5D9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913" y="2741539"/>
            <a:ext cx="4850499" cy="22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490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69000-B774-417D-B93E-4A54A522F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2855" y="2741539"/>
            <a:ext cx="5141975" cy="23720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2B5F07-1280-43AA-9D70-3D7B101FE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824" y="2269985"/>
            <a:ext cx="6001588" cy="33151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1EDF44-40A4-4302-96AF-9F8D7FF7E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17" y="2741539"/>
            <a:ext cx="3839536" cy="2066191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09CF41-49FF-4F2F-95F9-447D9EBC8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70201"/>
              </p:ext>
            </p:extLst>
          </p:nvPr>
        </p:nvGraphicFramePr>
        <p:xfrm>
          <a:off x="4100053" y="2789554"/>
          <a:ext cx="1740924" cy="197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462">
                  <a:extLst>
                    <a:ext uri="{9D8B030D-6E8A-4147-A177-3AD203B41FA5}">
                      <a16:colId xmlns:a16="http://schemas.microsoft.com/office/drawing/2014/main" val="1546465345"/>
                    </a:ext>
                  </a:extLst>
                </a:gridCol>
                <a:gridCol w="870462">
                  <a:extLst>
                    <a:ext uri="{9D8B030D-6E8A-4147-A177-3AD203B41FA5}">
                      <a16:colId xmlns:a16="http://schemas.microsoft.com/office/drawing/2014/main" val="1491414046"/>
                    </a:ext>
                  </a:extLst>
                </a:gridCol>
              </a:tblGrid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Model2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48817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7.5625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0.4375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4812590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6.7375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-2.2375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705945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6.7375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-0.7375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8045861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8.4625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2.5375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99733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536D737-83A0-41D3-A98C-D9E8E8B0F246}"/>
              </a:ext>
            </a:extLst>
          </p:cNvPr>
          <p:cNvSpPr txBox="1"/>
          <p:nvPr/>
        </p:nvSpPr>
        <p:spPr>
          <a:xfrm>
            <a:off x="406400" y="5422900"/>
            <a:ext cx="5039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Residuals are approaching zero.</a:t>
            </a:r>
          </a:p>
        </p:txBody>
      </p:sp>
    </p:spTree>
    <p:extLst>
      <p:ext uri="{BB962C8B-B14F-4D97-AF65-F5344CB8AC3E}">
        <p14:creationId xmlns:p14="http://schemas.microsoft.com/office/powerpoint/2010/main" val="717449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5000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F350411-667E-4CC3-ACDE-30E8ECB77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06" y="1771418"/>
            <a:ext cx="600158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15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6762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23222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3439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073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2617</TotalTime>
  <Words>516</Words>
  <Application>Microsoft Office PowerPoint</Application>
  <PresentationFormat>Widescreen</PresentationFormat>
  <Paragraphs>174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Arial Black</vt:lpstr>
      <vt:lpstr>Calibri</vt:lpstr>
      <vt:lpstr>Calibri Light</vt:lpstr>
      <vt:lpstr>Cambria Math</vt:lpstr>
      <vt:lpstr>Lucida Handwriting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22</cp:revision>
  <dcterms:created xsi:type="dcterms:W3CDTF">2026-07-06T12:08:16Z</dcterms:created>
  <dcterms:modified xsi:type="dcterms:W3CDTF">2026-07-09T18:22:39Z</dcterms:modified>
</cp:coreProperties>
</file>